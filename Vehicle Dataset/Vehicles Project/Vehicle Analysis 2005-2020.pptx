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1" r:id="rId4"/>
  </p:sldMasterIdLst>
  <p:notesMasterIdLst>
    <p:notesMasterId r:id="rId20"/>
  </p:notesMasterIdLst>
  <p:handoutMasterIdLst>
    <p:handoutMasterId r:id="rId21"/>
  </p:handoutMasterIdLst>
  <p:sldIdLst>
    <p:sldId id="539" r:id="rId5"/>
    <p:sldId id="257" r:id="rId6"/>
    <p:sldId id="564" r:id="rId7"/>
    <p:sldId id="256" r:id="rId8"/>
    <p:sldId id="567" r:id="rId9"/>
    <p:sldId id="566" r:id="rId10"/>
    <p:sldId id="568" r:id="rId11"/>
    <p:sldId id="569" r:id="rId12"/>
    <p:sldId id="570" r:id="rId13"/>
    <p:sldId id="571" r:id="rId14"/>
    <p:sldId id="573" r:id="rId15"/>
    <p:sldId id="574" r:id="rId16"/>
    <p:sldId id="558" r:id="rId17"/>
    <p:sldId id="572" r:id="rId18"/>
    <p:sldId id="54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3760" autoAdjust="0"/>
  </p:normalViewPr>
  <p:slideViewPr>
    <p:cSldViewPr snapToGrid="0">
      <p:cViewPr varScale="1">
        <p:scale>
          <a:sx n="99" d="100"/>
          <a:sy n="99" d="100"/>
        </p:scale>
        <p:origin x="504" y="72"/>
      </p:cViewPr>
      <p:guideLst/>
    </p:cSldViewPr>
  </p:slideViewPr>
  <p:outlineViewPr>
    <p:cViewPr>
      <p:scale>
        <a:sx n="33" d="100"/>
        <a:sy n="33" d="100"/>
      </p:scale>
      <p:origin x="0" y="-144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D0B883-0A39-E05B-61ED-5FE94E7E6C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1B2735-0E3E-EB93-68DA-1402951418E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4DA340-CA88-40FE-8D9F-FB95A67E2ACC}" type="datetimeFigureOut">
              <a:rPr lang="en-US" smtClean="0"/>
              <a:t>7/29/2024</a:t>
            </a:fld>
            <a:endParaRPr lang="en-US"/>
          </a:p>
        </p:txBody>
      </p:sp>
      <p:sp>
        <p:nvSpPr>
          <p:cNvPr id="4" name="Footer Placeholder 3">
            <a:extLst>
              <a:ext uri="{FF2B5EF4-FFF2-40B4-BE49-F238E27FC236}">
                <a16:creationId xmlns:a16="http://schemas.microsoft.com/office/drawing/2014/main" id="{001912F7-468D-0E8D-7580-A7ADE9D11B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5DA9A4-3BA2-3E7F-4048-A9EB25D5A2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4C7120-FABF-42CA-85D1-839480B5B48F}" type="slidenum">
              <a:rPr lang="en-US" smtClean="0"/>
              <a:t>‹#›</a:t>
            </a:fld>
            <a:endParaRPr lang="en-US"/>
          </a:p>
        </p:txBody>
      </p:sp>
    </p:spTree>
    <p:extLst>
      <p:ext uri="{BB962C8B-B14F-4D97-AF65-F5344CB8AC3E}">
        <p14:creationId xmlns:p14="http://schemas.microsoft.com/office/powerpoint/2010/main" val="1949999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0BC4F2-6A87-450D-AD53-D2188421BC53}" type="datetimeFigureOut">
              <a:rPr lang="en-US" smtClean="0"/>
              <a:t>7/29/2024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3B2649-7BD8-4005-A99E-30D13769A8BD}" type="slidenum">
              <a:rPr lang="en-US" smtClean="0"/>
              <a:t>‹#›</a:t>
            </a:fld>
            <a:endParaRPr lang="en-US" dirty="0"/>
          </a:p>
        </p:txBody>
      </p:sp>
    </p:spTree>
    <p:extLst>
      <p:ext uri="{BB962C8B-B14F-4D97-AF65-F5344CB8AC3E}">
        <p14:creationId xmlns:p14="http://schemas.microsoft.com/office/powerpoint/2010/main" val="24448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03401A8-3220-413E-B964-4A8659985FD3}" type="slidenum">
              <a:rPr lang="en-US" smtClean="0"/>
              <a:t>1</a:t>
            </a:fld>
            <a:endParaRPr lang="en-US" dirty="0"/>
          </a:p>
        </p:txBody>
      </p:sp>
    </p:spTree>
    <p:extLst>
      <p:ext uri="{BB962C8B-B14F-4D97-AF65-F5344CB8AC3E}">
        <p14:creationId xmlns:p14="http://schemas.microsoft.com/office/powerpoint/2010/main" val="372418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4</a:t>
            </a:fld>
            <a:endParaRPr lang="en-US" dirty="0"/>
          </a:p>
        </p:txBody>
      </p:sp>
    </p:spTree>
    <p:extLst>
      <p:ext uri="{BB962C8B-B14F-4D97-AF65-F5344CB8AC3E}">
        <p14:creationId xmlns:p14="http://schemas.microsoft.com/office/powerpoint/2010/main" val="199749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5</a:t>
            </a:fld>
            <a:endParaRPr lang="en-US" dirty="0"/>
          </a:p>
        </p:txBody>
      </p:sp>
    </p:spTree>
    <p:extLst>
      <p:ext uri="{BB962C8B-B14F-4D97-AF65-F5344CB8AC3E}">
        <p14:creationId xmlns:p14="http://schemas.microsoft.com/office/powerpoint/2010/main" val="3876463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6</a:t>
            </a:fld>
            <a:endParaRPr lang="en-US" dirty="0"/>
          </a:p>
        </p:txBody>
      </p:sp>
    </p:spTree>
    <p:extLst>
      <p:ext uri="{BB962C8B-B14F-4D97-AF65-F5344CB8AC3E}">
        <p14:creationId xmlns:p14="http://schemas.microsoft.com/office/powerpoint/2010/main" val="1963417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7</a:t>
            </a:fld>
            <a:endParaRPr lang="en-US" dirty="0"/>
          </a:p>
        </p:txBody>
      </p:sp>
    </p:spTree>
    <p:extLst>
      <p:ext uri="{BB962C8B-B14F-4D97-AF65-F5344CB8AC3E}">
        <p14:creationId xmlns:p14="http://schemas.microsoft.com/office/powerpoint/2010/main" val="3804985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8</a:t>
            </a:fld>
            <a:endParaRPr lang="en-US" dirty="0"/>
          </a:p>
        </p:txBody>
      </p:sp>
    </p:spTree>
    <p:extLst>
      <p:ext uri="{BB962C8B-B14F-4D97-AF65-F5344CB8AC3E}">
        <p14:creationId xmlns:p14="http://schemas.microsoft.com/office/powerpoint/2010/main" val="71899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9</a:t>
            </a:fld>
            <a:endParaRPr lang="en-US" dirty="0"/>
          </a:p>
        </p:txBody>
      </p:sp>
    </p:spTree>
    <p:extLst>
      <p:ext uri="{BB962C8B-B14F-4D97-AF65-F5344CB8AC3E}">
        <p14:creationId xmlns:p14="http://schemas.microsoft.com/office/powerpoint/2010/main" val="1096820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10</a:t>
            </a:fld>
            <a:endParaRPr lang="en-US" dirty="0"/>
          </a:p>
        </p:txBody>
      </p:sp>
    </p:spTree>
    <p:extLst>
      <p:ext uri="{BB962C8B-B14F-4D97-AF65-F5344CB8AC3E}">
        <p14:creationId xmlns:p14="http://schemas.microsoft.com/office/powerpoint/2010/main" val="2016419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11</a:t>
            </a:fld>
            <a:endParaRPr lang="en-US" dirty="0"/>
          </a:p>
        </p:txBody>
      </p:sp>
    </p:spTree>
    <p:extLst>
      <p:ext uri="{BB962C8B-B14F-4D97-AF65-F5344CB8AC3E}">
        <p14:creationId xmlns:p14="http://schemas.microsoft.com/office/powerpoint/2010/main" val="2726937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12</a:t>
            </a:fld>
            <a:endParaRPr lang="en-US" dirty="0"/>
          </a:p>
        </p:txBody>
      </p:sp>
    </p:spTree>
    <p:extLst>
      <p:ext uri="{BB962C8B-B14F-4D97-AF65-F5344CB8AC3E}">
        <p14:creationId xmlns:p14="http://schemas.microsoft.com/office/powerpoint/2010/main" val="3566308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1A4182-6276-41ED-8EAF-0C6A4D8FF0A8}"/>
              </a:ext>
              <a:ext uri="{C183D7F6-B498-43B3-948B-1728B52AA6E4}">
                <adec:decorative xmlns:adec="http://schemas.microsoft.com/office/drawing/2017/decorative" val="1"/>
              </a:ext>
            </a:extLst>
          </p:cNvPr>
          <p:cNvSpPr/>
          <p:nvPr userDrawn="1"/>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ectangle 6">
            <a:extLst>
              <a:ext uri="{FF2B5EF4-FFF2-40B4-BE49-F238E27FC236}">
                <a16:creationId xmlns:a16="http://schemas.microsoft.com/office/drawing/2014/main" id="{EF4B644F-A23D-409C-9540-B41AC18DB546}"/>
              </a:ext>
              <a:ext uri="{C183D7F6-B498-43B3-948B-1728B52AA6E4}">
                <adec:decorative xmlns:adec="http://schemas.microsoft.com/office/drawing/2017/decorative" val="1"/>
              </a:ext>
            </a:extLst>
          </p:cNvPr>
          <p:cNvSpPr/>
          <p:nvPr userDrawn="1"/>
        </p:nvSpPr>
        <p:spPr>
          <a:xfrm>
            <a:off x="0" y="0"/>
            <a:ext cx="5334003" cy="61756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0AF812-9F51-0D2C-2EA5-A8D6DA66275F}"/>
              </a:ext>
            </a:extLst>
          </p:cNvPr>
          <p:cNvSpPr>
            <a:spLocks noGrp="1"/>
          </p:cNvSpPr>
          <p:nvPr>
            <p:ph type="title"/>
          </p:nvPr>
        </p:nvSpPr>
        <p:spPr>
          <a:xfrm>
            <a:off x="758952" y="841248"/>
            <a:ext cx="4114800" cy="3474720"/>
          </a:xfrm>
        </p:spPr>
        <p:txBody>
          <a:bodyPr anchor="ctr">
            <a:normAutofit/>
          </a:bodyPr>
          <a:lstStyle>
            <a:lvl1pPr>
              <a:defRPr sz="4400"/>
            </a:lvl1pPr>
          </a:lstStyle>
          <a:p>
            <a:r>
              <a:rPr lang="en-US"/>
              <a:t>Click to edit Master title style</a:t>
            </a:r>
            <a:endParaRPr lang="en-US" dirty="0"/>
          </a:p>
        </p:txBody>
      </p:sp>
      <p:sp>
        <p:nvSpPr>
          <p:cNvPr id="9" name="Subtitle 19">
            <a:extLst>
              <a:ext uri="{FF2B5EF4-FFF2-40B4-BE49-F238E27FC236}">
                <a16:creationId xmlns:a16="http://schemas.microsoft.com/office/drawing/2014/main" id="{E8F46CAD-D4FF-4BBC-937E-CBBD034A180B}"/>
              </a:ext>
            </a:extLst>
          </p:cNvPr>
          <p:cNvSpPr>
            <a:spLocks noGrp="1"/>
          </p:cNvSpPr>
          <p:nvPr>
            <p:ph type="subTitle" idx="1" hasCustomPrompt="1"/>
          </p:nvPr>
        </p:nvSpPr>
        <p:spPr>
          <a:xfrm>
            <a:off x="762000" y="4570807"/>
            <a:ext cx="4123899" cy="1524000"/>
          </a:xfrm>
        </p:spPr>
        <p:txBody>
          <a:bodyPr>
            <a:normAutofit/>
          </a:bodyPr>
          <a:lstStyle>
            <a:lvl1pPr marL="0" indent="0">
              <a:buNone/>
              <a:defRPr sz="2400"/>
            </a:lvl1pPr>
          </a:lstStyle>
          <a:p>
            <a:pPr algn="l"/>
            <a:r>
              <a:rPr lang="en-US" dirty="0"/>
              <a:t>Click to add subtitle</a:t>
            </a:r>
          </a:p>
        </p:txBody>
      </p:sp>
      <p:sp>
        <p:nvSpPr>
          <p:cNvPr id="15" name="Picture Placeholder 14">
            <a:extLst>
              <a:ext uri="{FF2B5EF4-FFF2-40B4-BE49-F238E27FC236}">
                <a16:creationId xmlns:a16="http://schemas.microsoft.com/office/drawing/2014/main" id="{A2750E7C-D01B-4533-A0B8-2E7EF2B168DC}"/>
              </a:ext>
            </a:extLst>
          </p:cNvPr>
          <p:cNvSpPr>
            <a:spLocks noGrp="1"/>
          </p:cNvSpPr>
          <p:nvPr>
            <p:ph type="pic" sz="quarter" idx="13"/>
          </p:nvPr>
        </p:nvSpPr>
        <p:spPr>
          <a:xfrm>
            <a:off x="5330952" y="754711"/>
            <a:ext cx="6099048" cy="5340096"/>
          </a:xfrm>
          <a:solidFill>
            <a:schemeClr val="accent6"/>
          </a:solidFill>
        </p:spPr>
        <p:txBody>
          <a:bodyPr/>
          <a:lstStyle/>
          <a:p>
            <a:r>
              <a:rPr lang="en-US"/>
              <a:t>Click icon to add picture</a:t>
            </a:r>
            <a:endParaRPr lang="en-US" dirty="0"/>
          </a:p>
        </p:txBody>
      </p:sp>
    </p:spTree>
    <p:extLst>
      <p:ext uri="{BB962C8B-B14F-4D97-AF65-F5344CB8AC3E}">
        <p14:creationId xmlns:p14="http://schemas.microsoft.com/office/powerpoint/2010/main" val="177273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FAC5ABB9-3EAC-446C-B128-CFDB09B2476A}"/>
              </a:ext>
              <a:ext uri="{C183D7F6-B498-43B3-948B-1728B52AA6E4}">
                <adec:decorative xmlns:adec="http://schemas.microsoft.com/office/drawing/2017/decorative" val="1"/>
              </a:ext>
            </a:extLst>
          </p:cNvPr>
          <p:cNvSpPr/>
          <p:nvPr userDrawn="1"/>
        </p:nvSpPr>
        <p:spPr>
          <a:xfrm>
            <a:off x="0" y="2"/>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0DED2D7-7BC9-473D-8241-8289B5821CF4}"/>
              </a:ext>
              <a:ext uri="{C183D7F6-B498-43B3-948B-1728B52AA6E4}">
                <adec:decorative xmlns:adec="http://schemas.microsoft.com/office/drawing/2017/decorative" val="1"/>
              </a:ext>
            </a:extLst>
          </p:cNvPr>
          <p:cNvSpPr/>
          <p:nvPr userDrawn="1"/>
        </p:nvSpPr>
        <p:spPr>
          <a:xfrm>
            <a:off x="0" y="0"/>
            <a:ext cx="12192000" cy="6858001"/>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ectangle 6">
            <a:extLst>
              <a:ext uri="{FF2B5EF4-FFF2-40B4-BE49-F238E27FC236}">
                <a16:creationId xmlns:a16="http://schemas.microsoft.com/office/drawing/2014/main" id="{19C2616F-4436-4A60-BB08-54EC762C53BE}"/>
              </a:ext>
              <a:ext uri="{C183D7F6-B498-43B3-948B-1728B52AA6E4}">
                <adec:decorative xmlns:adec="http://schemas.microsoft.com/office/drawing/2017/decorative" val="1"/>
              </a:ext>
            </a:extLst>
          </p:cNvPr>
          <p:cNvSpPr/>
          <p:nvPr userDrawn="1"/>
        </p:nvSpPr>
        <p:spPr>
          <a:xfrm>
            <a:off x="0" y="762001"/>
            <a:ext cx="12192000" cy="6095999"/>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62A5B690-D47A-166B-0BEE-8CDC1BB59826}"/>
              </a:ext>
            </a:extLst>
          </p:cNvPr>
          <p:cNvSpPr>
            <a:spLocks noGrp="1"/>
          </p:cNvSpPr>
          <p:nvPr>
            <p:ph type="title"/>
          </p:nvPr>
        </p:nvSpPr>
        <p:spPr>
          <a:xfrm>
            <a:off x="758952" y="1517904"/>
            <a:ext cx="4114800" cy="4572000"/>
          </a:xfrm>
        </p:spPr>
        <p:txBody>
          <a:bodyPr>
            <a:normAutofit/>
          </a:bodyPr>
          <a:lstStyle>
            <a:lvl1pPr>
              <a:defRPr sz="32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D99B7A4E-1E73-5148-8EF4-5232DBEAFE0B}"/>
              </a:ext>
            </a:extLst>
          </p:cNvPr>
          <p:cNvSpPr>
            <a:spLocks noGrp="1"/>
          </p:cNvSpPr>
          <p:nvPr>
            <p:ph sz="quarter" idx="13"/>
          </p:nvPr>
        </p:nvSpPr>
        <p:spPr>
          <a:xfrm>
            <a:off x="6096000" y="1517904"/>
            <a:ext cx="5212080" cy="4572000"/>
          </a:xfrm>
        </p:spPr>
        <p:txBody>
          <a:bodyPr/>
          <a:lstStyle>
            <a:lvl1pPr marL="0" indent="0">
              <a:lnSpc>
                <a:spcPct val="150000"/>
              </a:lnSpc>
              <a:spcBef>
                <a:spcPts val="0"/>
              </a:spcBef>
              <a:spcAft>
                <a:spcPts val="1000"/>
              </a:spcAft>
              <a:buNone/>
              <a:defRPr sz="2400"/>
            </a:lvl1pPr>
            <a:lvl2pPr>
              <a:defRPr sz="18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a:xfrm>
            <a:off x="758952" y="6400800"/>
            <a:ext cx="6099048" cy="365125"/>
          </a:xfrm>
          <a:prstGeom prst="rect">
            <a:avLst/>
          </a:prstGeom>
        </p:spPr>
        <p:txBody>
          <a:bodyPr/>
          <a:lstStyle/>
          <a:p>
            <a:endParaRPr lang="en-US" dirty="0"/>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r>
              <a:rPr lang="en-US" dirty="0"/>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2909613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subtit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1A4182-6276-41ED-8EAF-0C6A4D8FF0A8}"/>
              </a:ext>
              <a:ext uri="{C183D7F6-B498-43B3-948B-1728B52AA6E4}">
                <adec:decorative xmlns:adec="http://schemas.microsoft.com/office/drawing/2017/decorative" val="1"/>
              </a:ext>
            </a:extLst>
          </p:cNvPr>
          <p:cNvSpPr/>
          <p:nvPr userDrawn="1"/>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ectangle 6">
            <a:extLst>
              <a:ext uri="{FF2B5EF4-FFF2-40B4-BE49-F238E27FC236}">
                <a16:creationId xmlns:a16="http://schemas.microsoft.com/office/drawing/2014/main" id="{EF4B644F-A23D-409C-9540-B41AC18DB546}"/>
              </a:ext>
              <a:ext uri="{C183D7F6-B498-43B3-948B-1728B52AA6E4}">
                <adec:decorative xmlns:adec="http://schemas.microsoft.com/office/drawing/2017/decorative" val="1"/>
              </a:ext>
            </a:extLst>
          </p:cNvPr>
          <p:cNvSpPr/>
          <p:nvPr userDrawn="1"/>
        </p:nvSpPr>
        <p:spPr>
          <a:xfrm>
            <a:off x="6857997" y="0"/>
            <a:ext cx="5334003" cy="61756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C320B4-1D6E-D480-A44F-13517DFF7CF5}"/>
              </a:ext>
            </a:extLst>
          </p:cNvPr>
          <p:cNvSpPr>
            <a:spLocks noGrp="1"/>
          </p:cNvSpPr>
          <p:nvPr>
            <p:ph type="title"/>
          </p:nvPr>
        </p:nvSpPr>
        <p:spPr>
          <a:xfrm>
            <a:off x="7406640" y="841248"/>
            <a:ext cx="4114800" cy="3474720"/>
          </a:xfrm>
        </p:spPr>
        <p:txBody>
          <a:bodyPr anchor="ctr">
            <a:normAutofit/>
          </a:bodyPr>
          <a:lstStyle>
            <a:lvl1pPr>
              <a:defRPr sz="4400"/>
            </a:lvl1pPr>
          </a:lstStyle>
          <a:p>
            <a:r>
              <a:rPr lang="en-US"/>
              <a:t>Click to edit Master title style</a:t>
            </a:r>
          </a:p>
        </p:txBody>
      </p:sp>
      <p:sp>
        <p:nvSpPr>
          <p:cNvPr id="9" name="Subtitle 19">
            <a:extLst>
              <a:ext uri="{FF2B5EF4-FFF2-40B4-BE49-F238E27FC236}">
                <a16:creationId xmlns:a16="http://schemas.microsoft.com/office/drawing/2014/main" id="{E8F46CAD-D4FF-4BBC-937E-CBBD034A180B}"/>
              </a:ext>
            </a:extLst>
          </p:cNvPr>
          <p:cNvSpPr>
            <a:spLocks noGrp="1"/>
          </p:cNvSpPr>
          <p:nvPr>
            <p:ph type="subTitle" idx="1" hasCustomPrompt="1"/>
          </p:nvPr>
        </p:nvSpPr>
        <p:spPr>
          <a:xfrm>
            <a:off x="7406641" y="4570807"/>
            <a:ext cx="4114800" cy="1524000"/>
          </a:xfrm>
        </p:spPr>
        <p:txBody>
          <a:bodyPr>
            <a:normAutofit/>
          </a:bodyPr>
          <a:lstStyle>
            <a:lvl1pPr marL="0" indent="0">
              <a:buNone/>
              <a:defRPr sz="2400"/>
            </a:lvl1pPr>
          </a:lstStyle>
          <a:p>
            <a:pPr algn="l"/>
            <a:r>
              <a:rPr lang="en-US" dirty="0"/>
              <a:t>Click to add subtitle</a:t>
            </a:r>
          </a:p>
        </p:txBody>
      </p:sp>
      <p:sp>
        <p:nvSpPr>
          <p:cNvPr id="15" name="Picture Placeholder 14">
            <a:extLst>
              <a:ext uri="{FF2B5EF4-FFF2-40B4-BE49-F238E27FC236}">
                <a16:creationId xmlns:a16="http://schemas.microsoft.com/office/drawing/2014/main" id="{A2750E7C-D01B-4533-A0B8-2E7EF2B168DC}"/>
              </a:ext>
            </a:extLst>
          </p:cNvPr>
          <p:cNvSpPr>
            <a:spLocks noGrp="1"/>
          </p:cNvSpPr>
          <p:nvPr>
            <p:ph type="pic" sz="quarter" idx="13"/>
          </p:nvPr>
        </p:nvSpPr>
        <p:spPr>
          <a:xfrm>
            <a:off x="758952" y="758952"/>
            <a:ext cx="6099048" cy="5340096"/>
          </a:xfrm>
          <a:solidFill>
            <a:schemeClr val="accent6"/>
          </a:solidFill>
        </p:spPr>
        <p:txBody>
          <a:bodyPr/>
          <a:lstStyle/>
          <a:p>
            <a:r>
              <a:rPr lang="en-US"/>
              <a:t>Click icon to add picture</a:t>
            </a:r>
            <a:endParaRPr lang="en-US" dirty="0"/>
          </a:p>
        </p:txBody>
      </p:sp>
    </p:spTree>
    <p:extLst>
      <p:ext uri="{BB962C8B-B14F-4D97-AF65-F5344CB8AC3E}">
        <p14:creationId xmlns:p14="http://schemas.microsoft.com/office/powerpoint/2010/main" val="3520027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subtitl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D03AAFC-F6FA-4A24-BE1D-34AE6AD64CD3}"/>
              </a:ext>
              <a:ext uri="{C183D7F6-B498-43B3-948B-1728B52AA6E4}">
                <adec:decorative xmlns:adec="http://schemas.microsoft.com/office/drawing/2017/decorative" val="1"/>
              </a:ext>
            </a:extLst>
          </p:cNvPr>
          <p:cNvSpPr/>
          <p:nvPr userDrawn="1"/>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itle 16">
            <a:extLst>
              <a:ext uri="{FF2B5EF4-FFF2-40B4-BE49-F238E27FC236}">
                <a16:creationId xmlns:a16="http://schemas.microsoft.com/office/drawing/2014/main" id="{8950CCE3-163E-46A1-B489-395F3F75FE34}"/>
              </a:ext>
            </a:extLst>
          </p:cNvPr>
          <p:cNvSpPr>
            <a:spLocks noGrp="1"/>
          </p:cNvSpPr>
          <p:nvPr>
            <p:ph type="ctrTitle"/>
          </p:nvPr>
        </p:nvSpPr>
        <p:spPr>
          <a:xfrm>
            <a:off x="1517904" y="1517904"/>
            <a:ext cx="5212080" cy="2788920"/>
          </a:xfrm>
        </p:spPr>
        <p:txBody>
          <a:bodyPr anchor="b">
            <a:normAutofit/>
          </a:bodyPr>
          <a:lstStyle>
            <a:lvl1pPr>
              <a:defRPr sz="4400"/>
            </a:lvl1pPr>
          </a:lstStyle>
          <a:p>
            <a:pPr algn="l"/>
            <a:r>
              <a:rPr lang="en-US"/>
              <a:t>Click to edit Master title style</a:t>
            </a:r>
            <a:endParaRPr lang="en-US" dirty="0"/>
          </a:p>
        </p:txBody>
      </p:sp>
      <p:sp>
        <p:nvSpPr>
          <p:cNvPr id="16" name="Subtitle 17">
            <a:extLst>
              <a:ext uri="{FF2B5EF4-FFF2-40B4-BE49-F238E27FC236}">
                <a16:creationId xmlns:a16="http://schemas.microsoft.com/office/drawing/2014/main" id="{81E38157-454C-44D5-8D2B-A220A53D780E}"/>
              </a:ext>
            </a:extLst>
          </p:cNvPr>
          <p:cNvSpPr>
            <a:spLocks noGrp="1"/>
          </p:cNvSpPr>
          <p:nvPr>
            <p:ph type="subTitle" idx="1"/>
          </p:nvPr>
        </p:nvSpPr>
        <p:spPr>
          <a:xfrm>
            <a:off x="1517904" y="4571999"/>
            <a:ext cx="5212080" cy="1645920"/>
          </a:xfrm>
        </p:spPr>
        <p:txBody>
          <a:bodyPr>
            <a:normAutofit/>
          </a:bodyPr>
          <a:lstStyle>
            <a:lvl1pPr marL="0" indent="0">
              <a:buNone/>
              <a:defRPr sz="2400"/>
            </a:lvl1pPr>
          </a:lstStyle>
          <a:p>
            <a:pPr algn="l"/>
            <a:r>
              <a:rPr lang="en-US"/>
              <a:t>Click to edit Master subtitle style</a:t>
            </a:r>
            <a:endParaRPr lang="en-US" dirty="0"/>
          </a:p>
        </p:txBody>
      </p:sp>
      <p:sp>
        <p:nvSpPr>
          <p:cNvPr id="12" name="Picture Placeholder 11">
            <a:extLst>
              <a:ext uri="{FF2B5EF4-FFF2-40B4-BE49-F238E27FC236}">
                <a16:creationId xmlns:a16="http://schemas.microsoft.com/office/drawing/2014/main" id="{82190B39-D040-425A-9AD6-58A7533FEA6D}"/>
              </a:ext>
            </a:extLst>
          </p:cNvPr>
          <p:cNvSpPr>
            <a:spLocks noGrp="1"/>
          </p:cNvSpPr>
          <p:nvPr>
            <p:ph type="pic" sz="quarter" idx="13"/>
          </p:nvPr>
        </p:nvSpPr>
        <p:spPr>
          <a:xfrm>
            <a:off x="7013448" y="756284"/>
            <a:ext cx="4434840" cy="5349240"/>
          </a:xfrm>
          <a:solidFill>
            <a:schemeClr val="accent6"/>
          </a:solidFill>
        </p:spPr>
        <p:txBody>
          <a:bodyPr/>
          <a:lstStyle/>
          <a:p>
            <a:r>
              <a:rPr lang="en-US"/>
              <a:t>Click icon to add picture</a:t>
            </a:r>
            <a:endParaRPr lang="en-US" dirty="0"/>
          </a:p>
        </p:txBody>
      </p:sp>
    </p:spTree>
    <p:extLst>
      <p:ext uri="{BB962C8B-B14F-4D97-AF65-F5344CB8AC3E}">
        <p14:creationId xmlns:p14="http://schemas.microsoft.com/office/powerpoint/2010/main" val="252306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picture">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4A1CC7-4419-4A64-9DC9-AE157407AFB8}"/>
              </a:ext>
              <a:ext uri="{C183D7F6-B498-43B3-948B-1728B52AA6E4}">
                <adec:decorative xmlns:adec="http://schemas.microsoft.com/office/drawing/2017/decorative" val="1"/>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A2F8EC6-DD66-475C-B129-22B374F49A70}"/>
              </a:ext>
              <a:ext uri="{C183D7F6-B498-43B3-948B-1728B52AA6E4}">
                <adec:decorative xmlns:adec="http://schemas.microsoft.com/office/drawing/2017/decorative" val="1"/>
              </a:ext>
            </a:extLst>
          </p:cNvPr>
          <p:cNvSpPr/>
          <p:nvPr userDrawn="1"/>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86FA963F-8B94-469B-B1A5-890D9134FB50}"/>
              </a:ext>
              <a:ext uri="{C183D7F6-B498-43B3-948B-1728B52AA6E4}">
                <adec:decorative xmlns:adec="http://schemas.microsoft.com/office/drawing/2017/decorative" val="1"/>
              </a:ext>
            </a:extLst>
          </p:cNvPr>
          <p:cNvSpPr/>
          <p:nvPr userDrawn="1"/>
        </p:nvSpPr>
        <p:spPr>
          <a:xfrm flipH="1">
            <a:off x="761999" y="0"/>
            <a:ext cx="11430001" cy="6168789"/>
          </a:xfrm>
          <a:custGeom>
            <a:avLst/>
            <a:gdLst>
              <a:gd name="connsiteX0" fmla="*/ 0 w 11430001"/>
              <a:gd name="connsiteY0" fmla="*/ 0 h 6168789"/>
              <a:gd name="connsiteX1" fmla="*/ 5334002 w 11430001"/>
              <a:gd name="connsiteY1" fmla="*/ 0 h 6168789"/>
              <a:gd name="connsiteX2" fmla="*/ 5334002 w 11430001"/>
              <a:gd name="connsiteY2" fmla="*/ 771523 h 6168789"/>
              <a:gd name="connsiteX3" fmla="*/ 11430001 w 11430001"/>
              <a:gd name="connsiteY3" fmla="*/ 771523 h 6168789"/>
              <a:gd name="connsiteX4" fmla="*/ 11430001 w 11430001"/>
              <a:gd name="connsiteY4" fmla="*/ 6168789 h 6168789"/>
              <a:gd name="connsiteX5" fmla="*/ 0 w 11430001"/>
              <a:gd name="connsiteY5" fmla="*/ 6168789 h 6168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0001" h="6168789">
                <a:moveTo>
                  <a:pt x="0" y="0"/>
                </a:moveTo>
                <a:lnTo>
                  <a:pt x="5334002" y="0"/>
                </a:lnTo>
                <a:lnTo>
                  <a:pt x="5334002" y="771523"/>
                </a:lnTo>
                <a:lnTo>
                  <a:pt x="11430001" y="771523"/>
                </a:lnTo>
                <a:lnTo>
                  <a:pt x="11430001" y="6168789"/>
                </a:lnTo>
                <a:lnTo>
                  <a:pt x="0" y="6168789"/>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5">
            <a:extLst>
              <a:ext uri="{FF2B5EF4-FFF2-40B4-BE49-F238E27FC236}">
                <a16:creationId xmlns:a16="http://schemas.microsoft.com/office/drawing/2014/main" id="{4CD44A43-6E39-4FE6-87BB-C65CE8FC6B1A}"/>
              </a:ext>
            </a:extLst>
          </p:cNvPr>
          <p:cNvSpPr>
            <a:spLocks noGrp="1"/>
          </p:cNvSpPr>
          <p:nvPr>
            <p:ph type="title"/>
          </p:nvPr>
        </p:nvSpPr>
        <p:spPr>
          <a:xfrm>
            <a:off x="1517904" y="1517649"/>
            <a:ext cx="4754880" cy="1645920"/>
          </a:xfrm>
        </p:spPr>
        <p:txBody>
          <a:bodyPr>
            <a:normAutofit/>
          </a:bodyPr>
          <a:lstStyle>
            <a:lvl1pPr>
              <a:defRPr sz="3200"/>
            </a:lvl1pPr>
          </a:lstStyle>
          <a:p>
            <a:r>
              <a:rPr lang="en-US"/>
              <a:t>Click to edit Master title style</a:t>
            </a:r>
            <a:endParaRPr lang="en-US" dirty="0"/>
          </a:p>
        </p:txBody>
      </p:sp>
      <p:sp>
        <p:nvSpPr>
          <p:cNvPr id="5" name="Content Placeholder 5">
            <a:extLst>
              <a:ext uri="{FF2B5EF4-FFF2-40B4-BE49-F238E27FC236}">
                <a16:creationId xmlns:a16="http://schemas.microsoft.com/office/drawing/2014/main" id="{0C795068-4EB8-AD75-B4FA-E0676D823527}"/>
              </a:ext>
            </a:extLst>
          </p:cNvPr>
          <p:cNvSpPr>
            <a:spLocks noGrp="1"/>
          </p:cNvSpPr>
          <p:nvPr>
            <p:ph sz="quarter" idx="14"/>
          </p:nvPr>
        </p:nvSpPr>
        <p:spPr>
          <a:xfrm>
            <a:off x="1517904" y="3291840"/>
            <a:ext cx="4754880" cy="2743200"/>
          </a:xfrm>
        </p:spPr>
        <p:txBody>
          <a:bodyPr>
            <a:normAutofit/>
          </a:bodyPr>
          <a:lstStyle>
            <a:lvl1pPr>
              <a:defRPr sz="18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Picture Placeholder 17">
            <a:extLst>
              <a:ext uri="{FF2B5EF4-FFF2-40B4-BE49-F238E27FC236}">
                <a16:creationId xmlns:a16="http://schemas.microsoft.com/office/drawing/2014/main" id="{5229EB0D-B986-4E26-BDF3-305AE3233EB7}"/>
              </a:ext>
            </a:extLst>
          </p:cNvPr>
          <p:cNvSpPr>
            <a:spLocks noGrp="1"/>
          </p:cNvSpPr>
          <p:nvPr>
            <p:ph type="pic" sz="quarter" idx="13"/>
          </p:nvPr>
        </p:nvSpPr>
        <p:spPr>
          <a:xfrm>
            <a:off x="6900954" y="883486"/>
            <a:ext cx="4562856" cy="5212513"/>
          </a:xfrm>
          <a:solidFill>
            <a:schemeClr val="accent6"/>
          </a:solidFill>
        </p:spPr>
        <p:txBody>
          <a:bodyPr/>
          <a:lstStyle/>
          <a:p>
            <a:r>
              <a:rPr lang="en-US"/>
              <a:t>Click icon to add picture</a:t>
            </a:r>
            <a:endParaRPr lang="en-US" dirty="0"/>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a:xfrm>
            <a:off x="758952" y="6400800"/>
            <a:ext cx="6099048" cy="365125"/>
          </a:xfrm>
          <a:prstGeom prst="rect">
            <a:avLst/>
          </a:prstGeom>
        </p:spPr>
        <p:txBody>
          <a:bodyPr/>
          <a:lstStyle/>
          <a:p>
            <a:endParaRPr lang="en-US" dirty="0"/>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r>
              <a:rPr lang="en-US" dirty="0"/>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4043907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gradFill>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7E0814-6B26-FB38-93C1-BA5A000BD034}"/>
              </a:ext>
              <a:ext uri="{C183D7F6-B498-43B3-948B-1728B52AA6E4}">
                <adec:decorative xmlns:adec="http://schemas.microsoft.com/office/drawing/2017/decorative" val="1"/>
              </a:ext>
            </a:extLst>
          </p:cNvPr>
          <p:cNvSpPr/>
          <p:nvPr userDrawn="1"/>
        </p:nvSpPr>
        <p:spPr>
          <a:xfrm>
            <a:off x="0" y="762001"/>
            <a:ext cx="12192000" cy="6095999"/>
          </a:xfrm>
          <a:prstGeom prst="rect">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a:xfrm>
            <a:off x="758952" y="1517904"/>
            <a:ext cx="5340096" cy="1911096"/>
          </a:xfrm>
        </p:spPr>
        <p:txBody>
          <a:bodyPr>
            <a:normAutofit/>
          </a:bodyPr>
          <a:lstStyle>
            <a:lvl1pPr>
              <a:defRPr sz="3200"/>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56DDD407-AEC1-3D37-ADE9-45D0416B2084}"/>
              </a:ext>
            </a:extLst>
          </p:cNvPr>
          <p:cNvSpPr>
            <a:spLocks noGrp="1"/>
          </p:cNvSpPr>
          <p:nvPr>
            <p:ph sz="quarter" idx="14"/>
          </p:nvPr>
        </p:nvSpPr>
        <p:spPr>
          <a:xfrm>
            <a:off x="6099048" y="1517904"/>
            <a:ext cx="5340096" cy="1911096"/>
          </a:xfrm>
        </p:spPr>
        <p:txBody>
          <a:bodyPr>
            <a:normAutofit/>
          </a:bodyPr>
          <a:lstStyle>
            <a:lvl1pPr>
              <a:defRPr sz="18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5">
            <a:extLst>
              <a:ext uri="{FF2B5EF4-FFF2-40B4-BE49-F238E27FC236}">
                <a16:creationId xmlns:a16="http://schemas.microsoft.com/office/drawing/2014/main" id="{6200E1C4-7A2D-07AE-8DB0-52CEF088A187}"/>
              </a:ext>
            </a:extLst>
          </p:cNvPr>
          <p:cNvSpPr>
            <a:spLocks noGrp="1"/>
          </p:cNvSpPr>
          <p:nvPr>
            <p:ph sz="quarter" idx="15"/>
          </p:nvPr>
        </p:nvSpPr>
        <p:spPr>
          <a:xfrm>
            <a:off x="886968" y="3867912"/>
            <a:ext cx="10424160" cy="2377440"/>
          </a:xfrm>
        </p:spPr>
        <p:txBody>
          <a:bodyPr>
            <a:normAutofit/>
          </a:bodyPr>
          <a:lstStyle>
            <a:lvl1pPr>
              <a:defRPr sz="18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a:xfrm>
            <a:off x="758952" y="6400800"/>
            <a:ext cx="6099048" cy="365125"/>
          </a:xfrm>
          <a:prstGeom prst="rect">
            <a:avLst/>
          </a:prstGeom>
        </p:spPr>
        <p:txBody>
          <a:bodyPr/>
          <a:lstStyle/>
          <a:p>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r>
              <a:rPr lang="en-US" dirty="0"/>
              <a:t>3/1/20XX</a:t>
            </a:r>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1329510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a:xfrm>
            <a:off x="1517904" y="1517904"/>
            <a:ext cx="9144000" cy="1280160"/>
          </a:xfrm>
        </p:spPr>
        <p:txBody>
          <a:bodyPr>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a:xfrm>
            <a:off x="1517904" y="3108960"/>
            <a:ext cx="9144000" cy="2926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pPr algn="r"/>
            <a:r>
              <a:rPr lang="en-US" dirty="0"/>
              <a:t>3/1/20XX</a:t>
            </a:r>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419054356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53A25B7-A924-4C03-8022-000A9EA88D1A}"/>
              </a:ext>
              <a:ext uri="{C183D7F6-B498-43B3-948B-1728B52AA6E4}">
                <adec:decorative xmlns:adec="http://schemas.microsoft.com/office/drawing/2017/decorative" val="1"/>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E3A68D8-CB71-4A41-B029-626BD6912875}"/>
              </a:ext>
              <a:ext uri="{C183D7F6-B498-43B3-948B-1728B52AA6E4}">
                <adec:decorative xmlns:adec="http://schemas.microsoft.com/office/drawing/2017/decorative" val="1"/>
              </a:ext>
            </a:extLst>
          </p:cNvPr>
          <p:cNvSpPr/>
          <p:nvPr userDrawn="1"/>
        </p:nvSpPr>
        <p:spPr>
          <a:xfrm>
            <a:off x="-1" y="-9524"/>
            <a:ext cx="12192000" cy="6105524"/>
          </a:xfrm>
          <a:prstGeom prst="rect">
            <a:avLst/>
          </a:prstGeom>
          <a:gradFill flip="none" rotWithShape="1">
            <a:gsLst>
              <a:gs pos="10000">
                <a:schemeClr val="accent5"/>
              </a:gs>
              <a:gs pos="90000">
                <a:schemeClr val="accent1"/>
              </a:gs>
              <a:gs pos="70000">
                <a:schemeClr val="accent2"/>
              </a:gs>
              <a:gs pos="30000">
                <a:schemeClr val="accent4"/>
              </a:gs>
              <a:gs pos="50000">
                <a:srgbClr val="FCEA37"/>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 name="Freeform: Shape 13">
            <a:extLst>
              <a:ext uri="{FF2B5EF4-FFF2-40B4-BE49-F238E27FC236}">
                <a16:creationId xmlns:a16="http://schemas.microsoft.com/office/drawing/2014/main" id="{9ECFC55D-2CEE-47A4-9ACA-D6C78D236982}"/>
              </a:ext>
              <a:ext uri="{C183D7F6-B498-43B3-948B-1728B52AA6E4}">
                <adec:decorative xmlns:adec="http://schemas.microsoft.com/office/drawing/2017/decorative" val="1"/>
              </a:ext>
            </a:extLst>
          </p:cNvPr>
          <p:cNvSpPr/>
          <p:nvPr userDrawn="1"/>
        </p:nvSpPr>
        <p:spPr>
          <a:xfrm>
            <a:off x="-2" y="-9523"/>
            <a:ext cx="11430001" cy="6105523"/>
          </a:xfrm>
          <a:custGeom>
            <a:avLst/>
            <a:gdLst>
              <a:gd name="connsiteX0" fmla="*/ 0 w 11430001"/>
              <a:gd name="connsiteY0" fmla="*/ 0 h 6105523"/>
              <a:gd name="connsiteX1" fmla="*/ 7874003 w 11430001"/>
              <a:gd name="connsiteY1" fmla="*/ 0 h 6105523"/>
              <a:gd name="connsiteX2" fmla="*/ 7874003 w 11430001"/>
              <a:gd name="connsiteY2" fmla="*/ 771522 h 6105523"/>
              <a:gd name="connsiteX3" fmla="*/ 11430001 w 11430001"/>
              <a:gd name="connsiteY3" fmla="*/ 771522 h 6105523"/>
              <a:gd name="connsiteX4" fmla="*/ 11430001 w 11430001"/>
              <a:gd name="connsiteY4" fmla="*/ 6105523 h 6105523"/>
              <a:gd name="connsiteX5" fmla="*/ 7874003 w 11430001"/>
              <a:gd name="connsiteY5" fmla="*/ 6105523 h 6105523"/>
              <a:gd name="connsiteX6" fmla="*/ 5334002 w 11430001"/>
              <a:gd name="connsiteY6" fmla="*/ 6105523 h 6105523"/>
              <a:gd name="connsiteX7" fmla="*/ 0 w 11430001"/>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05523">
                <a:moveTo>
                  <a:pt x="0" y="0"/>
                </a:moveTo>
                <a:lnTo>
                  <a:pt x="7874003" y="0"/>
                </a:lnTo>
                <a:lnTo>
                  <a:pt x="7874003" y="771522"/>
                </a:lnTo>
                <a:lnTo>
                  <a:pt x="11430001" y="771522"/>
                </a:lnTo>
                <a:lnTo>
                  <a:pt x="11430001" y="6105523"/>
                </a:lnTo>
                <a:lnTo>
                  <a:pt x="7874003" y="6105523"/>
                </a:lnTo>
                <a:lnTo>
                  <a:pt x="5334002" y="6105523"/>
                </a:lnTo>
                <a:lnTo>
                  <a:pt x="0" y="6105523"/>
                </a:lnTo>
                <a:close/>
              </a:path>
            </a:pathLst>
          </a:custGeom>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itle 5">
            <a:extLst>
              <a:ext uri="{FF2B5EF4-FFF2-40B4-BE49-F238E27FC236}">
                <a16:creationId xmlns:a16="http://schemas.microsoft.com/office/drawing/2014/main" id="{00406F9C-B330-46B3-A03C-15F85CD76061}"/>
              </a:ext>
            </a:extLst>
          </p:cNvPr>
          <p:cNvSpPr>
            <a:spLocks noGrp="1"/>
          </p:cNvSpPr>
          <p:nvPr>
            <p:ph type="title"/>
          </p:nvPr>
        </p:nvSpPr>
        <p:spPr>
          <a:xfrm>
            <a:off x="762000" y="3822282"/>
            <a:ext cx="10241280" cy="1554480"/>
          </a:xfrm>
        </p:spPr>
        <p:txBody>
          <a:bodyPr anchor="t">
            <a:normAutofit/>
          </a:bodyPr>
          <a:lstStyle>
            <a:lvl1pPr>
              <a:defRPr sz="4400"/>
            </a:lvl1pPr>
          </a:lstStyle>
          <a:p>
            <a:r>
              <a:rPr lang="en-US"/>
              <a:t>Click to edit Master title style</a:t>
            </a:r>
            <a:endParaRPr lang="en-US" dirty="0"/>
          </a:p>
        </p:txBody>
      </p:sp>
      <p:sp>
        <p:nvSpPr>
          <p:cNvPr id="21" name="Picture Placeholder 20">
            <a:extLst>
              <a:ext uri="{FF2B5EF4-FFF2-40B4-BE49-F238E27FC236}">
                <a16:creationId xmlns:a16="http://schemas.microsoft.com/office/drawing/2014/main" id="{34FC9061-555D-4FE2-ABE9-07A195BC022E}"/>
              </a:ext>
            </a:extLst>
          </p:cNvPr>
          <p:cNvSpPr>
            <a:spLocks noGrp="1"/>
          </p:cNvSpPr>
          <p:nvPr>
            <p:ph type="pic" sz="quarter" idx="13"/>
          </p:nvPr>
        </p:nvSpPr>
        <p:spPr>
          <a:xfrm>
            <a:off x="758952" y="761988"/>
            <a:ext cx="10689336" cy="2660904"/>
          </a:xfrm>
          <a:solidFill>
            <a:schemeClr val="accent6"/>
          </a:solidFill>
        </p:spPr>
        <p:txBody>
          <a:bodyPr/>
          <a:lstStyle/>
          <a:p>
            <a:r>
              <a:rPr lang="en-US"/>
              <a:t>Click icon to add picture</a:t>
            </a:r>
            <a:endParaRPr lang="en-US" dirty="0"/>
          </a:p>
        </p:txBody>
      </p:sp>
      <p:sp>
        <p:nvSpPr>
          <p:cNvPr id="5" name="Content Placeholder 2">
            <a:extLst>
              <a:ext uri="{FF2B5EF4-FFF2-40B4-BE49-F238E27FC236}">
                <a16:creationId xmlns:a16="http://schemas.microsoft.com/office/drawing/2014/main" id="{6B179E90-1F70-6673-6D11-A0CDD3C3BF0C}"/>
              </a:ext>
            </a:extLst>
          </p:cNvPr>
          <p:cNvSpPr>
            <a:spLocks noGrp="1"/>
          </p:cNvSpPr>
          <p:nvPr>
            <p:ph idx="1"/>
          </p:nvPr>
        </p:nvSpPr>
        <p:spPr>
          <a:xfrm>
            <a:off x="758952" y="5486400"/>
            <a:ext cx="10241280" cy="548640"/>
          </a:xfrm>
        </p:spPr>
        <p:txBody>
          <a:bodyPr anchor="b"/>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3971666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r>
              <a:rPr lang="en-US" dirty="0"/>
              <a:t>3/1/20XX</a:t>
            </a:r>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097515718"/>
      </p:ext>
    </p:extLst>
  </p:cSld>
  <p:clrMap bg1="lt1" tx1="dk1" bg2="lt2" tx2="dk2" accent1="accent1" accent2="accent2" accent3="accent3" accent4="accent4" accent5="accent5" accent6="accent6" hlink="hlink" folHlink="folHlink"/>
  <p:sldLayoutIdLst>
    <p:sldLayoutId id="2147483683" r:id="rId1"/>
    <p:sldLayoutId id="2147483696" r:id="rId2"/>
    <p:sldLayoutId id="2147483694" r:id="rId3"/>
    <p:sldLayoutId id="2147483697" r:id="rId4"/>
    <p:sldLayoutId id="2147483695" r:id="rId5"/>
    <p:sldLayoutId id="2147483698" r:id="rId6"/>
    <p:sldLayoutId id="2147483673" r:id="rId7"/>
    <p:sldLayoutId id="2147483691" r:id="rId8"/>
  </p:sldLayoutIdLst>
  <p:hf sldNum="0" hdr="0" ftr="0" dt="0"/>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C60B4E40-ED59-4DFA-97D2-04570E2808BD}"/>
              </a:ext>
            </a:extLst>
          </p:cNvPr>
          <p:cNvSpPr>
            <a:spLocks noGrp="1"/>
          </p:cNvSpPr>
          <p:nvPr>
            <p:ph type="title"/>
          </p:nvPr>
        </p:nvSpPr>
        <p:spPr>
          <a:xfrm>
            <a:off x="758952" y="841248"/>
            <a:ext cx="4114800" cy="3474720"/>
          </a:xfrm>
        </p:spPr>
        <p:txBody>
          <a:bodyPr anchor="ctr">
            <a:normAutofit/>
          </a:bodyPr>
          <a:lstStyle/>
          <a:p>
            <a:r>
              <a:rPr lang="en-US" dirty="0"/>
              <a:t>Vehicle Analysis </a:t>
            </a:r>
            <a:r>
              <a:rPr lang="en-US" sz="2400" dirty="0"/>
              <a:t>2005-2020</a:t>
            </a:r>
          </a:p>
        </p:txBody>
      </p:sp>
      <p:sp>
        <p:nvSpPr>
          <p:cNvPr id="20" name="Subtitle 19">
            <a:extLst>
              <a:ext uri="{FF2B5EF4-FFF2-40B4-BE49-F238E27FC236}">
                <a16:creationId xmlns:a16="http://schemas.microsoft.com/office/drawing/2014/main" id="{35E6FB68-BA70-4F6F-9874-1F349422D895}"/>
              </a:ext>
            </a:extLst>
          </p:cNvPr>
          <p:cNvSpPr>
            <a:spLocks noGrp="1"/>
          </p:cNvSpPr>
          <p:nvPr>
            <p:ph type="subTitle" idx="1"/>
          </p:nvPr>
        </p:nvSpPr>
        <p:spPr>
          <a:xfrm>
            <a:off x="762000" y="4570807"/>
            <a:ext cx="4123899" cy="1524000"/>
          </a:xfrm>
        </p:spPr>
        <p:txBody>
          <a:bodyPr>
            <a:normAutofit/>
          </a:bodyPr>
          <a:lstStyle/>
          <a:p>
            <a:r>
              <a:rPr lang="en-US" dirty="0"/>
              <a:t>Amish Ilyas</a:t>
            </a:r>
          </a:p>
        </p:txBody>
      </p:sp>
      <p:pic>
        <p:nvPicPr>
          <p:cNvPr id="9" name="Picture Placeholder 8">
            <a:extLst>
              <a:ext uri="{FF2B5EF4-FFF2-40B4-BE49-F238E27FC236}">
                <a16:creationId xmlns:a16="http://schemas.microsoft.com/office/drawing/2014/main" id="{D1053EF8-D3D7-4C17-8539-51F38427959F}"/>
              </a:ext>
            </a:extLst>
          </p:cNvPr>
          <p:cNvPicPr>
            <a:picLocks noGrp="1" noChangeAspect="1"/>
          </p:cNvPicPr>
          <p:nvPr>
            <p:ph type="pic" sz="quarter" idx="13"/>
          </p:nvPr>
        </p:nvPicPr>
        <p:blipFill>
          <a:blip r:embed="rId3"/>
          <a:srcRect l="14310" r="14310"/>
          <a:stretch>
            <a:fillRect/>
          </a:stretch>
        </p:blipFill>
        <p:spPr/>
      </p:pic>
    </p:spTree>
    <p:extLst>
      <p:ext uri="{BB962C8B-B14F-4D97-AF65-F5344CB8AC3E}">
        <p14:creationId xmlns:p14="http://schemas.microsoft.com/office/powerpoint/2010/main" val="901401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F172-3947-42CE-B33F-43FB799FDB5E}"/>
              </a:ext>
            </a:extLst>
          </p:cNvPr>
          <p:cNvSpPr>
            <a:spLocks noGrp="1"/>
          </p:cNvSpPr>
          <p:nvPr>
            <p:ph type="title"/>
          </p:nvPr>
        </p:nvSpPr>
        <p:spPr>
          <a:xfrm>
            <a:off x="758952" y="1517904"/>
            <a:ext cx="4114800" cy="4572000"/>
          </a:xfrm>
        </p:spPr>
        <p:txBody>
          <a:bodyPr/>
          <a:lstStyle/>
          <a:p>
            <a:r>
              <a:rPr lang="en-US" dirty="0"/>
              <a:t>Problem Statement</a:t>
            </a:r>
          </a:p>
        </p:txBody>
      </p:sp>
      <p:pic>
        <p:nvPicPr>
          <p:cNvPr id="7" name="Picture 6">
            <a:extLst>
              <a:ext uri="{FF2B5EF4-FFF2-40B4-BE49-F238E27FC236}">
                <a16:creationId xmlns:a16="http://schemas.microsoft.com/office/drawing/2014/main" id="{6F7DDE9B-941B-4BD3-9410-A993ADBFC6DA}"/>
              </a:ext>
            </a:extLst>
          </p:cNvPr>
          <p:cNvPicPr>
            <a:picLocks noChangeAspect="1"/>
          </p:cNvPicPr>
          <p:nvPr/>
        </p:nvPicPr>
        <p:blipFill>
          <a:blip r:embed="rId2"/>
          <a:stretch>
            <a:fillRect/>
          </a:stretch>
        </p:blipFill>
        <p:spPr>
          <a:xfrm>
            <a:off x="7318250" y="2132849"/>
            <a:ext cx="4873750" cy="1487852"/>
          </a:xfrm>
          <a:prstGeom prst="rect">
            <a:avLst/>
          </a:prstGeom>
        </p:spPr>
      </p:pic>
      <p:sp>
        <p:nvSpPr>
          <p:cNvPr id="8" name="TextBox 7">
            <a:extLst>
              <a:ext uri="{FF2B5EF4-FFF2-40B4-BE49-F238E27FC236}">
                <a16:creationId xmlns:a16="http://schemas.microsoft.com/office/drawing/2014/main" id="{505A2E3A-0396-4708-B985-726BB0209B92}"/>
              </a:ext>
            </a:extLst>
          </p:cNvPr>
          <p:cNvSpPr txBox="1"/>
          <p:nvPr/>
        </p:nvSpPr>
        <p:spPr>
          <a:xfrm>
            <a:off x="88988" y="1779687"/>
            <a:ext cx="7676973" cy="5078313"/>
          </a:xfrm>
          <a:prstGeom prst="rect">
            <a:avLst/>
          </a:prstGeom>
          <a:noFill/>
        </p:spPr>
        <p:txBody>
          <a:bodyPr wrap="square" rtlCol="0">
            <a:spAutoFit/>
          </a:bodyPr>
          <a:lstStyle/>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Business Problem: Optimizing Used Car Pricing and Inventory Management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the competitive used car market, optimizing pricing and inventory management is crucial for profitability and customer satisfaction. Key variables to analyze include vehicle name, year, selling price, kilometers driven, fuel type, seller type, transmission, ownership history, mileage, engine capacity, max power, and number of seats. By leveraging data analytics on these factors, we aim to:</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1. Develop accurate pricing strategies.</a:t>
            </a:r>
          </a:p>
          <a:p>
            <a:r>
              <a:rPr lang="en-US" dirty="0">
                <a:latin typeface="Arial" panose="020B0604020202020204" pitchFamily="34" charset="0"/>
                <a:cs typeface="Arial" panose="020B0604020202020204" pitchFamily="34" charset="0"/>
              </a:rPr>
              <a:t>2. Manage inventory efficiently to reduce holding costs and maximize sales.</a:t>
            </a:r>
          </a:p>
          <a:p>
            <a:r>
              <a:rPr lang="en-US" dirty="0">
                <a:latin typeface="Arial" panose="020B0604020202020204" pitchFamily="34" charset="0"/>
                <a:cs typeface="Arial" panose="020B0604020202020204" pitchFamily="34" charset="0"/>
              </a:rPr>
              <a:t>3. Identify market trends and customer preferences.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goal is to increase profit margins, reduce inventory times, and enhance the customer experience.</a:t>
            </a:r>
          </a:p>
        </p:txBody>
      </p:sp>
    </p:spTree>
    <p:extLst>
      <p:ext uri="{BB962C8B-B14F-4D97-AF65-F5344CB8AC3E}">
        <p14:creationId xmlns:p14="http://schemas.microsoft.com/office/powerpoint/2010/main" val="3260502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6991D1-444A-535F-FEE3-EB4604B0EAA0}"/>
              </a:ext>
            </a:extLst>
          </p:cNvPr>
          <p:cNvSpPr>
            <a:spLocks noGrp="1"/>
          </p:cNvSpPr>
          <p:nvPr>
            <p:ph type="title"/>
          </p:nvPr>
        </p:nvSpPr>
        <p:spPr>
          <a:xfrm>
            <a:off x="7406640" y="841248"/>
            <a:ext cx="4114800" cy="3474720"/>
          </a:xfrm>
        </p:spPr>
        <p:txBody>
          <a:bodyPr anchor="ctr" anchorCtr="0">
            <a:normAutofit/>
          </a:bodyPr>
          <a:lstStyle/>
          <a:p>
            <a:r>
              <a:rPr lang="en-US" dirty="0"/>
              <a:t>Hypothesis</a:t>
            </a:r>
          </a:p>
        </p:txBody>
      </p:sp>
      <p:sp>
        <p:nvSpPr>
          <p:cNvPr id="4" name="Subtitle 3">
            <a:extLst>
              <a:ext uri="{FF2B5EF4-FFF2-40B4-BE49-F238E27FC236}">
                <a16:creationId xmlns:a16="http://schemas.microsoft.com/office/drawing/2014/main" id="{79F282F1-6A9B-4AEC-B229-20A3E6BF2422}"/>
              </a:ext>
            </a:extLst>
          </p:cNvPr>
          <p:cNvSpPr>
            <a:spLocks noGrp="1"/>
          </p:cNvSpPr>
          <p:nvPr>
            <p:ph type="subTitle" idx="1"/>
          </p:nvPr>
        </p:nvSpPr>
        <p:spPr>
          <a:xfrm>
            <a:off x="7200579" y="3429000"/>
            <a:ext cx="4114800" cy="1524000"/>
          </a:xfrm>
        </p:spPr>
        <p:txBody>
          <a:bodyPr>
            <a:normAutofit fontScale="92500" lnSpcReduction="10000"/>
          </a:bodyPr>
          <a:lstStyle/>
          <a:p>
            <a:pPr marL="342900" indent="-342900">
              <a:buFont typeface="Arial" panose="020B0604020202020204" pitchFamily="34" charset="0"/>
              <a:buChar char="•"/>
            </a:pPr>
            <a:r>
              <a:rPr lang="en-US" dirty="0"/>
              <a:t>Transmission Type has Effect on prices.</a:t>
            </a:r>
          </a:p>
          <a:p>
            <a:pPr marL="342900" indent="-342900">
              <a:buFont typeface="Arial" panose="020B0604020202020204" pitchFamily="34" charset="0"/>
              <a:buChar char="•"/>
            </a:pPr>
            <a:r>
              <a:rPr lang="en-US" dirty="0"/>
              <a:t>Fuel Type has effect on prices.</a:t>
            </a:r>
          </a:p>
        </p:txBody>
      </p:sp>
      <p:pic>
        <p:nvPicPr>
          <p:cNvPr id="8" name="Picture Placeholder 7">
            <a:extLst>
              <a:ext uri="{FF2B5EF4-FFF2-40B4-BE49-F238E27FC236}">
                <a16:creationId xmlns:a16="http://schemas.microsoft.com/office/drawing/2014/main" id="{13E86911-785A-4209-99F7-0B2012546979}"/>
              </a:ext>
            </a:extLst>
          </p:cNvPr>
          <p:cNvPicPr>
            <a:picLocks noGrp="1" noChangeAspect="1"/>
          </p:cNvPicPr>
          <p:nvPr>
            <p:ph type="pic" sz="quarter" idx="13"/>
          </p:nvPr>
        </p:nvPicPr>
        <p:blipFill rotWithShape="1">
          <a:blip r:embed="rId2"/>
          <a:srcRect l="14323" t="-79" r="20398" b="79"/>
          <a:stretch/>
        </p:blipFill>
        <p:spPr>
          <a:xfrm>
            <a:off x="799349" y="1456943"/>
            <a:ext cx="5788196" cy="4364310"/>
          </a:xfrm>
        </p:spPr>
      </p:pic>
    </p:spTree>
    <p:extLst>
      <p:ext uri="{BB962C8B-B14F-4D97-AF65-F5344CB8AC3E}">
        <p14:creationId xmlns:p14="http://schemas.microsoft.com/office/powerpoint/2010/main" val="3103268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pic>
        <p:nvPicPr>
          <p:cNvPr id="6" name="Picture 5">
            <a:extLst>
              <a:ext uri="{FF2B5EF4-FFF2-40B4-BE49-F238E27FC236}">
                <a16:creationId xmlns:a16="http://schemas.microsoft.com/office/drawing/2014/main" id="{EBBB23FE-22F0-4AD9-9764-51E35BFECD76}"/>
              </a:ext>
            </a:extLst>
          </p:cNvPr>
          <p:cNvPicPr>
            <a:picLocks noChangeAspect="1"/>
          </p:cNvPicPr>
          <p:nvPr/>
        </p:nvPicPr>
        <p:blipFill>
          <a:blip r:embed="rId3"/>
          <a:stretch>
            <a:fillRect/>
          </a:stretch>
        </p:blipFill>
        <p:spPr>
          <a:xfrm>
            <a:off x="5679582" y="1564782"/>
            <a:ext cx="4295105" cy="4128220"/>
          </a:xfrm>
          <a:prstGeom prst="rect">
            <a:avLst/>
          </a:prstGeom>
        </p:spPr>
      </p:pic>
      <p:sp>
        <p:nvSpPr>
          <p:cNvPr id="7" name="TextBox 6">
            <a:extLst>
              <a:ext uri="{FF2B5EF4-FFF2-40B4-BE49-F238E27FC236}">
                <a16:creationId xmlns:a16="http://schemas.microsoft.com/office/drawing/2014/main" id="{7BA4D2AC-B777-4FB9-B09A-304E31EC10CA}"/>
              </a:ext>
            </a:extLst>
          </p:cNvPr>
          <p:cNvSpPr txBox="1"/>
          <p:nvPr/>
        </p:nvSpPr>
        <p:spPr>
          <a:xfrm>
            <a:off x="1002095" y="1976905"/>
            <a:ext cx="4471425"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bar graph shows that cars with automatic transmissions have a significantly higher average selling price than those with manual transmissions. Automatic cars are priced around 54% higher on average compared to Manual cars. </a:t>
            </a:r>
          </a:p>
        </p:txBody>
      </p:sp>
    </p:spTree>
    <p:extLst>
      <p:ext uri="{BB962C8B-B14F-4D97-AF65-F5344CB8AC3E}">
        <p14:creationId xmlns:p14="http://schemas.microsoft.com/office/powerpoint/2010/main" val="714287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pic>
        <p:nvPicPr>
          <p:cNvPr id="5" name="Picture 4">
            <a:extLst>
              <a:ext uri="{FF2B5EF4-FFF2-40B4-BE49-F238E27FC236}">
                <a16:creationId xmlns:a16="http://schemas.microsoft.com/office/drawing/2014/main" id="{4D8F74C2-86E3-4186-B731-D6FE72720A60}"/>
              </a:ext>
            </a:extLst>
          </p:cNvPr>
          <p:cNvPicPr>
            <a:picLocks noChangeAspect="1"/>
          </p:cNvPicPr>
          <p:nvPr/>
        </p:nvPicPr>
        <p:blipFill>
          <a:blip r:embed="rId3"/>
          <a:stretch>
            <a:fillRect/>
          </a:stretch>
        </p:blipFill>
        <p:spPr>
          <a:xfrm>
            <a:off x="906887" y="1873874"/>
            <a:ext cx="4681471" cy="3757775"/>
          </a:xfrm>
          <a:prstGeom prst="rect">
            <a:avLst/>
          </a:prstGeom>
        </p:spPr>
      </p:pic>
      <p:sp>
        <p:nvSpPr>
          <p:cNvPr id="8" name="Content Placeholder 11">
            <a:extLst>
              <a:ext uri="{FF2B5EF4-FFF2-40B4-BE49-F238E27FC236}">
                <a16:creationId xmlns:a16="http://schemas.microsoft.com/office/drawing/2014/main" id="{D39C6A75-7ED1-4DFA-A8DF-8176151816DC}"/>
              </a:ext>
            </a:extLst>
          </p:cNvPr>
          <p:cNvSpPr txBox="1">
            <a:spLocks/>
          </p:cNvSpPr>
          <p:nvPr/>
        </p:nvSpPr>
        <p:spPr>
          <a:xfrm>
            <a:off x="5960773" y="2274406"/>
            <a:ext cx="5147256" cy="2626005"/>
          </a:xfrm>
          <a:prstGeom prst="rect">
            <a:avLst/>
          </a:prstGeom>
        </p:spPr>
        <p:txBody>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By seeing the horizontal bar chart it has been observed that by focusing on Years in Each Year Selling Prices Increases as the Km Driven Decreases . 2005-2020 there is a significant difference between Selling Prices. Km Driven and Selling Price has Negative Correlation. The More Older and More km Driven Car will be the Less it’s Price Will Be and Reverse for the New Cars</a:t>
            </a:r>
          </a:p>
        </p:txBody>
      </p:sp>
    </p:spTree>
    <p:extLst>
      <p:ext uri="{BB962C8B-B14F-4D97-AF65-F5344CB8AC3E}">
        <p14:creationId xmlns:p14="http://schemas.microsoft.com/office/powerpoint/2010/main" val="1068126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sp>
        <p:nvSpPr>
          <p:cNvPr id="8" name="Content Placeholder 11">
            <a:extLst>
              <a:ext uri="{FF2B5EF4-FFF2-40B4-BE49-F238E27FC236}">
                <a16:creationId xmlns:a16="http://schemas.microsoft.com/office/drawing/2014/main" id="{D39C6A75-7ED1-4DFA-A8DF-8176151816DC}"/>
              </a:ext>
            </a:extLst>
          </p:cNvPr>
          <p:cNvSpPr txBox="1">
            <a:spLocks/>
          </p:cNvSpPr>
          <p:nvPr/>
        </p:nvSpPr>
        <p:spPr>
          <a:xfrm>
            <a:off x="5960773" y="2274406"/>
            <a:ext cx="5147256" cy="2626005"/>
          </a:xfrm>
          <a:prstGeom prst="rect">
            <a:avLst/>
          </a:prstGeom>
        </p:spPr>
        <p:txBody>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When looking at Average Selling Prices and Average Mileage (kmpl) By Engine Type In Bar Chart It has seen that . Less than 1000cc cars has better Mileage and Less Price then       1001-1500cc cars has more price and less Mileage than 1000cc cars . More Than 1500cc cars has most Selling Price and Least Mileage as compared to Other Engine Types</a:t>
            </a:r>
          </a:p>
        </p:txBody>
      </p:sp>
      <p:pic>
        <p:nvPicPr>
          <p:cNvPr id="3" name="Picture 2">
            <a:extLst>
              <a:ext uri="{FF2B5EF4-FFF2-40B4-BE49-F238E27FC236}">
                <a16:creationId xmlns:a16="http://schemas.microsoft.com/office/drawing/2014/main" id="{6AD5C00C-4206-4DAA-B0F8-D632516D3AE5}"/>
              </a:ext>
            </a:extLst>
          </p:cNvPr>
          <p:cNvPicPr>
            <a:picLocks noChangeAspect="1"/>
          </p:cNvPicPr>
          <p:nvPr/>
        </p:nvPicPr>
        <p:blipFill>
          <a:blip r:embed="rId3"/>
          <a:stretch>
            <a:fillRect/>
          </a:stretch>
        </p:blipFill>
        <p:spPr>
          <a:xfrm>
            <a:off x="1083971" y="1801358"/>
            <a:ext cx="4437726" cy="4155200"/>
          </a:xfrm>
          <a:prstGeom prst="rect">
            <a:avLst/>
          </a:prstGeom>
        </p:spPr>
      </p:pic>
    </p:spTree>
    <p:extLst>
      <p:ext uri="{BB962C8B-B14F-4D97-AF65-F5344CB8AC3E}">
        <p14:creationId xmlns:p14="http://schemas.microsoft.com/office/powerpoint/2010/main" val="210170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sp>
        <p:nvSpPr>
          <p:cNvPr id="8" name="Content Placeholder 11">
            <a:extLst>
              <a:ext uri="{FF2B5EF4-FFF2-40B4-BE49-F238E27FC236}">
                <a16:creationId xmlns:a16="http://schemas.microsoft.com/office/drawing/2014/main" id="{D39C6A75-7ED1-4DFA-A8DF-8176151816DC}"/>
              </a:ext>
            </a:extLst>
          </p:cNvPr>
          <p:cNvSpPr txBox="1">
            <a:spLocks/>
          </p:cNvSpPr>
          <p:nvPr/>
        </p:nvSpPr>
        <p:spPr>
          <a:xfrm>
            <a:off x="5960773" y="2274406"/>
            <a:ext cx="5147256" cy="2626005"/>
          </a:xfrm>
          <a:prstGeom prst="rect">
            <a:avLst/>
          </a:prstGeom>
        </p:spPr>
        <p:txBody>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By observing Years vs Price by Owner Scatterplot . We can see that First Owner Cars has Most Price as compared to Second Owner and Third Owner. This states that the newer the car will be the more it will cost.</a:t>
            </a:r>
          </a:p>
        </p:txBody>
      </p:sp>
      <p:pic>
        <p:nvPicPr>
          <p:cNvPr id="6" name="Picture 5">
            <a:extLst>
              <a:ext uri="{FF2B5EF4-FFF2-40B4-BE49-F238E27FC236}">
                <a16:creationId xmlns:a16="http://schemas.microsoft.com/office/drawing/2014/main" id="{D8DFE558-2B91-41DB-9E35-8525188F54D9}"/>
              </a:ext>
            </a:extLst>
          </p:cNvPr>
          <p:cNvPicPr>
            <a:picLocks noChangeAspect="1"/>
          </p:cNvPicPr>
          <p:nvPr/>
        </p:nvPicPr>
        <p:blipFill>
          <a:blip r:embed="rId3"/>
          <a:stretch>
            <a:fillRect/>
          </a:stretch>
        </p:blipFill>
        <p:spPr>
          <a:xfrm>
            <a:off x="931915" y="1815920"/>
            <a:ext cx="5027497" cy="3940936"/>
          </a:xfrm>
          <a:prstGeom prst="rect">
            <a:avLst/>
          </a:prstGeom>
        </p:spPr>
      </p:pic>
    </p:spTree>
    <p:extLst>
      <p:ext uri="{BB962C8B-B14F-4D97-AF65-F5344CB8AC3E}">
        <p14:creationId xmlns:p14="http://schemas.microsoft.com/office/powerpoint/2010/main" val="3598427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sp>
        <p:nvSpPr>
          <p:cNvPr id="8" name="Content Placeholder 11">
            <a:extLst>
              <a:ext uri="{FF2B5EF4-FFF2-40B4-BE49-F238E27FC236}">
                <a16:creationId xmlns:a16="http://schemas.microsoft.com/office/drawing/2014/main" id="{D39C6A75-7ED1-4DFA-A8DF-8176151816DC}"/>
              </a:ext>
            </a:extLst>
          </p:cNvPr>
          <p:cNvSpPr txBox="1">
            <a:spLocks/>
          </p:cNvSpPr>
          <p:nvPr/>
        </p:nvSpPr>
        <p:spPr>
          <a:xfrm>
            <a:off x="5960773" y="2274406"/>
            <a:ext cx="5147256" cy="2626005"/>
          </a:xfrm>
          <a:prstGeom prst="rect">
            <a:avLst/>
          </a:prstGeom>
        </p:spPr>
        <p:txBody>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By seeing this Bar plot we can observe that Diesel cars Cost Much in both Manual and Automatic Transmission then on number to Petrol cars . CNG and LPG cars does not have Automatic Transmission Type They Cost the Least to the Customers.</a:t>
            </a:r>
          </a:p>
        </p:txBody>
      </p:sp>
      <p:pic>
        <p:nvPicPr>
          <p:cNvPr id="3" name="Picture 2">
            <a:extLst>
              <a:ext uri="{FF2B5EF4-FFF2-40B4-BE49-F238E27FC236}">
                <a16:creationId xmlns:a16="http://schemas.microsoft.com/office/drawing/2014/main" id="{0079DFCF-E23F-42B8-9A3B-7D4A6F0F16FB}"/>
              </a:ext>
            </a:extLst>
          </p:cNvPr>
          <p:cNvPicPr>
            <a:picLocks noChangeAspect="1"/>
          </p:cNvPicPr>
          <p:nvPr/>
        </p:nvPicPr>
        <p:blipFill>
          <a:blip r:embed="rId3"/>
          <a:stretch>
            <a:fillRect/>
          </a:stretch>
        </p:blipFill>
        <p:spPr>
          <a:xfrm>
            <a:off x="1172144" y="1654028"/>
            <a:ext cx="4584714" cy="4584714"/>
          </a:xfrm>
          <a:prstGeom prst="rect">
            <a:avLst/>
          </a:prstGeom>
        </p:spPr>
      </p:pic>
    </p:spTree>
    <p:extLst>
      <p:ext uri="{BB962C8B-B14F-4D97-AF65-F5344CB8AC3E}">
        <p14:creationId xmlns:p14="http://schemas.microsoft.com/office/powerpoint/2010/main" val="1082600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sp>
        <p:nvSpPr>
          <p:cNvPr id="8" name="Content Placeholder 11">
            <a:extLst>
              <a:ext uri="{FF2B5EF4-FFF2-40B4-BE49-F238E27FC236}">
                <a16:creationId xmlns:a16="http://schemas.microsoft.com/office/drawing/2014/main" id="{D39C6A75-7ED1-4DFA-A8DF-8176151816DC}"/>
              </a:ext>
            </a:extLst>
          </p:cNvPr>
          <p:cNvSpPr txBox="1">
            <a:spLocks/>
          </p:cNvSpPr>
          <p:nvPr/>
        </p:nvSpPr>
        <p:spPr>
          <a:xfrm>
            <a:off x="5960773" y="2274406"/>
            <a:ext cx="5147256" cy="2626005"/>
          </a:xfrm>
          <a:prstGeom prst="rect">
            <a:avLst/>
          </a:prstGeom>
        </p:spPr>
        <p:txBody>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By Seeing this Pie Chart we can more people prefer to buy 5 seater cars and 7 seater cars .</a:t>
            </a:r>
          </a:p>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10 seater cars has least preference and others also have least preference.</a:t>
            </a:r>
          </a:p>
        </p:txBody>
      </p:sp>
      <p:pic>
        <p:nvPicPr>
          <p:cNvPr id="4" name="Picture 3">
            <a:extLst>
              <a:ext uri="{FF2B5EF4-FFF2-40B4-BE49-F238E27FC236}">
                <a16:creationId xmlns:a16="http://schemas.microsoft.com/office/drawing/2014/main" id="{B110A6D6-DF10-42CF-8750-4C1262CEB138}"/>
              </a:ext>
            </a:extLst>
          </p:cNvPr>
          <p:cNvPicPr>
            <a:picLocks noChangeAspect="1"/>
          </p:cNvPicPr>
          <p:nvPr/>
        </p:nvPicPr>
        <p:blipFill>
          <a:blip r:embed="rId3"/>
          <a:stretch>
            <a:fillRect/>
          </a:stretch>
        </p:blipFill>
        <p:spPr>
          <a:xfrm>
            <a:off x="1297971" y="1850691"/>
            <a:ext cx="3749047" cy="3749047"/>
          </a:xfrm>
          <a:prstGeom prst="rect">
            <a:avLst/>
          </a:prstGeom>
        </p:spPr>
      </p:pic>
    </p:spTree>
    <p:extLst>
      <p:ext uri="{BB962C8B-B14F-4D97-AF65-F5344CB8AC3E}">
        <p14:creationId xmlns:p14="http://schemas.microsoft.com/office/powerpoint/2010/main" val="3273354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6"/>
            <a:ext cx="4380620" cy="618186"/>
          </a:xfrm>
        </p:spPr>
        <p:txBody>
          <a:bodyPr anchor="b" anchorCtr="0">
            <a:noAutofit/>
          </a:bodyPr>
          <a:lstStyle/>
          <a:p>
            <a:r>
              <a:rPr lang="en-US" sz="3200" dirty="0"/>
              <a:t>Analysis and Findings</a:t>
            </a:r>
          </a:p>
        </p:txBody>
      </p:sp>
      <p:sp>
        <p:nvSpPr>
          <p:cNvPr id="8" name="Content Placeholder 11">
            <a:extLst>
              <a:ext uri="{FF2B5EF4-FFF2-40B4-BE49-F238E27FC236}">
                <a16:creationId xmlns:a16="http://schemas.microsoft.com/office/drawing/2014/main" id="{D39C6A75-7ED1-4DFA-A8DF-8176151816DC}"/>
              </a:ext>
            </a:extLst>
          </p:cNvPr>
          <p:cNvSpPr txBox="1">
            <a:spLocks/>
          </p:cNvSpPr>
          <p:nvPr/>
        </p:nvSpPr>
        <p:spPr>
          <a:xfrm>
            <a:off x="1079680" y="1705542"/>
            <a:ext cx="3460123" cy="1160008"/>
          </a:xfrm>
          <a:prstGeom prst="rect">
            <a:avLst/>
          </a:prstGeom>
        </p:spPr>
        <p:txBody>
          <a:bodyPr/>
          <a:lst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800" dirty="0">
                <a:latin typeface="Arial" panose="020B0604020202020204" pitchFamily="34" charset="0"/>
                <a:cs typeface="Arial" panose="020B0604020202020204" pitchFamily="34" charset="0"/>
              </a:rPr>
              <a:t>These are top 10 cars with Best mileage and it is observed they also have less price.</a:t>
            </a:r>
          </a:p>
        </p:txBody>
      </p:sp>
      <p:pic>
        <p:nvPicPr>
          <p:cNvPr id="3" name="Picture 2">
            <a:extLst>
              <a:ext uri="{FF2B5EF4-FFF2-40B4-BE49-F238E27FC236}">
                <a16:creationId xmlns:a16="http://schemas.microsoft.com/office/drawing/2014/main" id="{A921DB86-563B-4228-9A7E-F9713FBD0C74}"/>
              </a:ext>
            </a:extLst>
          </p:cNvPr>
          <p:cNvPicPr>
            <a:picLocks noChangeAspect="1"/>
          </p:cNvPicPr>
          <p:nvPr/>
        </p:nvPicPr>
        <p:blipFill>
          <a:blip r:embed="rId3"/>
          <a:stretch>
            <a:fillRect/>
          </a:stretch>
        </p:blipFill>
        <p:spPr>
          <a:xfrm>
            <a:off x="792051" y="3142445"/>
            <a:ext cx="10634437" cy="3715555"/>
          </a:xfrm>
          <a:prstGeom prst="rect">
            <a:avLst/>
          </a:prstGeom>
        </p:spPr>
      </p:pic>
    </p:spTree>
    <p:extLst>
      <p:ext uri="{BB962C8B-B14F-4D97-AF65-F5344CB8AC3E}">
        <p14:creationId xmlns:p14="http://schemas.microsoft.com/office/powerpoint/2010/main" val="4020844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5"/>
            <a:ext cx="10143916" cy="888643"/>
          </a:xfrm>
        </p:spPr>
        <p:txBody>
          <a:bodyPr anchor="b" anchorCtr="0">
            <a:noAutofit/>
          </a:bodyPr>
          <a:lstStyle/>
          <a:p>
            <a:r>
              <a:rPr lang="en-US" sz="3200" dirty="0"/>
              <a:t>Hypothesis 1 Difference between Average Price of Petrol and Diesel</a:t>
            </a:r>
          </a:p>
        </p:txBody>
      </p:sp>
      <p:pic>
        <p:nvPicPr>
          <p:cNvPr id="4" name="Picture 3">
            <a:extLst>
              <a:ext uri="{FF2B5EF4-FFF2-40B4-BE49-F238E27FC236}">
                <a16:creationId xmlns:a16="http://schemas.microsoft.com/office/drawing/2014/main" id="{D6219760-39EC-4D59-95E9-0628ABA086C5}"/>
              </a:ext>
            </a:extLst>
          </p:cNvPr>
          <p:cNvPicPr>
            <a:picLocks noChangeAspect="1"/>
          </p:cNvPicPr>
          <p:nvPr/>
        </p:nvPicPr>
        <p:blipFill>
          <a:blip r:embed="rId3"/>
          <a:stretch>
            <a:fillRect/>
          </a:stretch>
        </p:blipFill>
        <p:spPr>
          <a:xfrm>
            <a:off x="4634517" y="1435320"/>
            <a:ext cx="6109960" cy="577850"/>
          </a:xfrm>
          <a:prstGeom prst="rect">
            <a:avLst/>
          </a:prstGeom>
        </p:spPr>
      </p:pic>
      <p:pic>
        <p:nvPicPr>
          <p:cNvPr id="6" name="Picture 5">
            <a:extLst>
              <a:ext uri="{FF2B5EF4-FFF2-40B4-BE49-F238E27FC236}">
                <a16:creationId xmlns:a16="http://schemas.microsoft.com/office/drawing/2014/main" id="{B160D177-66E0-49C5-8F79-35FB8F6C741F}"/>
              </a:ext>
            </a:extLst>
          </p:cNvPr>
          <p:cNvPicPr>
            <a:picLocks noChangeAspect="1"/>
          </p:cNvPicPr>
          <p:nvPr/>
        </p:nvPicPr>
        <p:blipFill>
          <a:blip r:embed="rId4"/>
          <a:stretch>
            <a:fillRect/>
          </a:stretch>
        </p:blipFill>
        <p:spPr>
          <a:xfrm>
            <a:off x="5445142" y="2373042"/>
            <a:ext cx="5380114" cy="2782582"/>
          </a:xfrm>
          <a:prstGeom prst="rect">
            <a:avLst/>
          </a:prstGeom>
        </p:spPr>
      </p:pic>
      <p:sp>
        <p:nvSpPr>
          <p:cNvPr id="7" name="TextBox 6">
            <a:extLst>
              <a:ext uri="{FF2B5EF4-FFF2-40B4-BE49-F238E27FC236}">
                <a16:creationId xmlns:a16="http://schemas.microsoft.com/office/drawing/2014/main" id="{BC81E5BD-72D4-4F78-8282-F4B6A5881741}"/>
              </a:ext>
            </a:extLst>
          </p:cNvPr>
          <p:cNvSpPr txBox="1"/>
          <p:nvPr/>
        </p:nvSpPr>
        <p:spPr>
          <a:xfrm>
            <a:off x="1352282" y="2421228"/>
            <a:ext cx="3078050" cy="1754326"/>
          </a:xfrm>
          <a:prstGeom prst="rect">
            <a:avLst/>
          </a:prstGeom>
          <a:noFill/>
        </p:spPr>
        <p:txBody>
          <a:bodyPr wrap="square" rtlCol="0">
            <a:spAutoFit/>
          </a:bodyPr>
          <a:lstStyle/>
          <a:p>
            <a:r>
              <a:rPr lang="en-US" dirty="0"/>
              <a:t>By Determining the P-value and Seeing in Scatterplot We can see There is A Significant Difference Between Average Selling Prices of Fuel</a:t>
            </a:r>
          </a:p>
        </p:txBody>
      </p:sp>
    </p:spTree>
    <p:extLst>
      <p:ext uri="{BB962C8B-B14F-4D97-AF65-F5344CB8AC3E}">
        <p14:creationId xmlns:p14="http://schemas.microsoft.com/office/powerpoint/2010/main" val="2278191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931915" y="946595"/>
            <a:ext cx="10143916" cy="888643"/>
          </a:xfrm>
        </p:spPr>
        <p:txBody>
          <a:bodyPr anchor="b" anchorCtr="0">
            <a:noAutofit/>
          </a:bodyPr>
          <a:lstStyle/>
          <a:p>
            <a:r>
              <a:rPr lang="en-US" sz="3200" dirty="0"/>
              <a:t>Hypothesis 2 Difference between Average Price of Transmission</a:t>
            </a:r>
          </a:p>
        </p:txBody>
      </p:sp>
      <p:sp>
        <p:nvSpPr>
          <p:cNvPr id="7" name="TextBox 6">
            <a:extLst>
              <a:ext uri="{FF2B5EF4-FFF2-40B4-BE49-F238E27FC236}">
                <a16:creationId xmlns:a16="http://schemas.microsoft.com/office/drawing/2014/main" id="{BC81E5BD-72D4-4F78-8282-F4B6A5881741}"/>
              </a:ext>
            </a:extLst>
          </p:cNvPr>
          <p:cNvSpPr txBox="1"/>
          <p:nvPr/>
        </p:nvSpPr>
        <p:spPr>
          <a:xfrm>
            <a:off x="1352282" y="2421228"/>
            <a:ext cx="3078050" cy="1754326"/>
          </a:xfrm>
          <a:prstGeom prst="rect">
            <a:avLst/>
          </a:prstGeom>
          <a:noFill/>
        </p:spPr>
        <p:txBody>
          <a:bodyPr wrap="square" rtlCol="0">
            <a:spAutoFit/>
          </a:bodyPr>
          <a:lstStyle/>
          <a:p>
            <a:r>
              <a:rPr lang="en-US" dirty="0"/>
              <a:t>By Determining the P-value and Seeing in Scatterplot We can see There is A Significant Difference Between Average Selling Prices of Transmission Type</a:t>
            </a:r>
          </a:p>
        </p:txBody>
      </p:sp>
      <p:pic>
        <p:nvPicPr>
          <p:cNvPr id="3" name="Picture 2">
            <a:extLst>
              <a:ext uri="{FF2B5EF4-FFF2-40B4-BE49-F238E27FC236}">
                <a16:creationId xmlns:a16="http://schemas.microsoft.com/office/drawing/2014/main" id="{58D2EB76-85CA-4CCC-AF06-3B3731851D91}"/>
              </a:ext>
            </a:extLst>
          </p:cNvPr>
          <p:cNvPicPr>
            <a:picLocks noChangeAspect="1"/>
          </p:cNvPicPr>
          <p:nvPr/>
        </p:nvPicPr>
        <p:blipFill>
          <a:blip r:embed="rId3"/>
          <a:stretch>
            <a:fillRect/>
          </a:stretch>
        </p:blipFill>
        <p:spPr>
          <a:xfrm>
            <a:off x="4663119" y="2369712"/>
            <a:ext cx="5755889" cy="3724399"/>
          </a:xfrm>
          <a:prstGeom prst="rect">
            <a:avLst/>
          </a:prstGeom>
        </p:spPr>
      </p:pic>
      <p:pic>
        <p:nvPicPr>
          <p:cNvPr id="8" name="Picture 7">
            <a:extLst>
              <a:ext uri="{FF2B5EF4-FFF2-40B4-BE49-F238E27FC236}">
                <a16:creationId xmlns:a16="http://schemas.microsoft.com/office/drawing/2014/main" id="{A32E9F13-747E-4F44-A4E6-6480F49E4BA7}"/>
              </a:ext>
            </a:extLst>
          </p:cNvPr>
          <p:cNvPicPr>
            <a:picLocks noChangeAspect="1"/>
          </p:cNvPicPr>
          <p:nvPr/>
        </p:nvPicPr>
        <p:blipFill>
          <a:blip r:embed="rId4"/>
          <a:stretch>
            <a:fillRect/>
          </a:stretch>
        </p:blipFill>
        <p:spPr>
          <a:xfrm>
            <a:off x="4283193" y="1450795"/>
            <a:ext cx="6073069" cy="620251"/>
          </a:xfrm>
          <a:prstGeom prst="rect">
            <a:avLst/>
          </a:prstGeom>
        </p:spPr>
      </p:pic>
    </p:spTree>
    <p:extLst>
      <p:ext uri="{BB962C8B-B14F-4D97-AF65-F5344CB8AC3E}">
        <p14:creationId xmlns:p14="http://schemas.microsoft.com/office/powerpoint/2010/main" val="4100657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5E3A2-D7AF-4CD5-A5F2-A7655264A3DF}"/>
              </a:ext>
            </a:extLst>
          </p:cNvPr>
          <p:cNvSpPr>
            <a:spLocks noGrp="1"/>
          </p:cNvSpPr>
          <p:nvPr>
            <p:ph type="title"/>
          </p:nvPr>
        </p:nvSpPr>
        <p:spPr>
          <a:xfrm>
            <a:off x="861082" y="861081"/>
            <a:ext cx="2732124" cy="594231"/>
          </a:xfrm>
        </p:spPr>
        <p:txBody>
          <a:bodyPr/>
          <a:lstStyle/>
          <a:p>
            <a:r>
              <a:rPr lang="en-US" dirty="0"/>
              <a:t>Suggestions</a:t>
            </a:r>
          </a:p>
        </p:txBody>
      </p:sp>
      <p:sp>
        <p:nvSpPr>
          <p:cNvPr id="8" name="TextBox 7">
            <a:extLst>
              <a:ext uri="{FF2B5EF4-FFF2-40B4-BE49-F238E27FC236}">
                <a16:creationId xmlns:a16="http://schemas.microsoft.com/office/drawing/2014/main" id="{C6073454-BD9D-41B6-B2B5-A286EBC2192F}"/>
              </a:ext>
            </a:extLst>
          </p:cNvPr>
          <p:cNvSpPr txBox="1"/>
          <p:nvPr/>
        </p:nvSpPr>
        <p:spPr>
          <a:xfrm>
            <a:off x="1210615" y="1455312"/>
            <a:ext cx="9987566" cy="507831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Business should Provide Discounts on the Automatic Transmission more than 1000cc Diesel and Petrol Cars as these cars cost very much high and they Bring most of the Revenue to the Business by Providing Little Discounts and Marketing Campaigns in this way they can attract more customers to but these cars that will increase business revenue.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Business should also store more of Automatic Transmission Cars Inventory and Less than 1000 cars inventory and Provide discounts only on Automatic Transmission Cars inventory so that they can sell more and attract more customers . </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Business should focus on Cars less than 1000 cc and less than 1000cc cars as well because these cars are affordable by most of the people so There are chances that these cars will be Sold faster these cars will bring less revenue to the business but this revenue is definitely important for the business </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Business should provide offers and discounts for 8 to 10 seater cars because these cars has least sales by providing offers and discounts and extra facilities and marketing customers will go for these cars.</a:t>
            </a:r>
          </a:p>
        </p:txBody>
      </p:sp>
    </p:spTree>
    <p:extLst>
      <p:ext uri="{BB962C8B-B14F-4D97-AF65-F5344CB8AC3E}">
        <p14:creationId xmlns:p14="http://schemas.microsoft.com/office/powerpoint/2010/main" val="334949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5E3A2-D7AF-4CD5-A5F2-A7655264A3DF}"/>
              </a:ext>
            </a:extLst>
          </p:cNvPr>
          <p:cNvSpPr>
            <a:spLocks noGrp="1"/>
          </p:cNvSpPr>
          <p:nvPr>
            <p:ph type="title"/>
          </p:nvPr>
        </p:nvSpPr>
        <p:spPr>
          <a:xfrm>
            <a:off x="861082" y="861081"/>
            <a:ext cx="2732124" cy="594231"/>
          </a:xfrm>
        </p:spPr>
        <p:txBody>
          <a:bodyPr/>
          <a:lstStyle/>
          <a:p>
            <a:r>
              <a:rPr lang="en-US" dirty="0"/>
              <a:t>Suggestions</a:t>
            </a:r>
          </a:p>
        </p:txBody>
      </p:sp>
      <p:sp>
        <p:nvSpPr>
          <p:cNvPr id="8" name="TextBox 7">
            <a:extLst>
              <a:ext uri="{FF2B5EF4-FFF2-40B4-BE49-F238E27FC236}">
                <a16:creationId xmlns:a16="http://schemas.microsoft.com/office/drawing/2014/main" id="{C6073454-BD9D-41B6-B2B5-A286EBC2192F}"/>
              </a:ext>
            </a:extLst>
          </p:cNvPr>
          <p:cNvSpPr txBox="1"/>
          <p:nvPr/>
        </p:nvSpPr>
        <p:spPr>
          <a:xfrm>
            <a:off x="1210615" y="1455312"/>
            <a:ext cx="9987566"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The Business Should Also Store These top 10 cars as these cars has Best Mileage and Best Pricing as the Prices of Fuel tend to increase people prefer cars with best mileage and if the cars has best price then people will but these cars . The Business should start the campaign to make people aware of the old cars with the best price and mileage this will attract them and they will buy these cars.</a:t>
            </a:r>
          </a:p>
        </p:txBody>
      </p:sp>
    </p:spTree>
    <p:extLst>
      <p:ext uri="{BB962C8B-B14F-4D97-AF65-F5344CB8AC3E}">
        <p14:creationId xmlns:p14="http://schemas.microsoft.com/office/powerpoint/2010/main" val="4061718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2480-21DF-4547-B928-8E2BEDC4756E}"/>
              </a:ext>
            </a:extLst>
          </p:cNvPr>
          <p:cNvSpPr>
            <a:spLocks noGrp="1"/>
          </p:cNvSpPr>
          <p:nvPr>
            <p:ph type="title"/>
          </p:nvPr>
        </p:nvSpPr>
        <p:spPr>
          <a:xfrm>
            <a:off x="762000" y="3822282"/>
            <a:ext cx="10241280" cy="1554480"/>
          </a:xfrm>
        </p:spPr>
        <p:txBody>
          <a:bodyPr/>
          <a:lstStyle/>
          <a:p>
            <a:r>
              <a:rPr lang="en-US" dirty="0"/>
              <a:t>Thank you</a:t>
            </a:r>
          </a:p>
        </p:txBody>
      </p:sp>
      <p:sp>
        <p:nvSpPr>
          <p:cNvPr id="3" name="Content Placeholder 2">
            <a:extLst>
              <a:ext uri="{FF2B5EF4-FFF2-40B4-BE49-F238E27FC236}">
                <a16:creationId xmlns:a16="http://schemas.microsoft.com/office/drawing/2014/main" id="{6BC2C5F0-17A2-4505-B62E-A5178B8CB725}"/>
              </a:ext>
            </a:extLst>
          </p:cNvPr>
          <p:cNvSpPr>
            <a:spLocks noGrp="1"/>
          </p:cNvSpPr>
          <p:nvPr>
            <p:ph idx="1"/>
          </p:nvPr>
        </p:nvSpPr>
        <p:spPr>
          <a:xfrm>
            <a:off x="758825" y="5486400"/>
            <a:ext cx="10240963" cy="549275"/>
          </a:xfrm>
        </p:spPr>
        <p:txBody>
          <a:bodyPr anchor="b" anchorCtr="0">
            <a:normAutofit/>
          </a:bodyPr>
          <a:lstStyle/>
          <a:p>
            <a:r>
              <a:rPr lang="en-US" dirty="0"/>
              <a:t>Amish Ilyas | ilyasamish@gmail.com|</a:t>
            </a:r>
          </a:p>
        </p:txBody>
      </p:sp>
      <p:pic>
        <p:nvPicPr>
          <p:cNvPr id="7" name="Picture Placeholder 6">
            <a:extLst>
              <a:ext uri="{FF2B5EF4-FFF2-40B4-BE49-F238E27FC236}">
                <a16:creationId xmlns:a16="http://schemas.microsoft.com/office/drawing/2014/main" id="{24123BA6-E27B-4956-8265-F14C4914EB17}"/>
              </a:ext>
            </a:extLst>
          </p:cNvPr>
          <p:cNvPicPr>
            <a:picLocks noGrp="1" noChangeAspect="1"/>
          </p:cNvPicPr>
          <p:nvPr>
            <p:ph type="pic" sz="quarter" idx="13"/>
          </p:nvPr>
        </p:nvPicPr>
        <p:blipFill rotWithShape="1">
          <a:blip r:embed="rId2"/>
          <a:srcRect l="-171" t="24414" r="171" b="18655"/>
          <a:stretch/>
        </p:blipFill>
        <p:spPr>
          <a:xfrm>
            <a:off x="740664" y="585989"/>
            <a:ext cx="10689336" cy="3352058"/>
          </a:xfrm>
        </p:spPr>
      </p:pic>
    </p:spTree>
    <p:extLst>
      <p:ext uri="{BB962C8B-B14F-4D97-AF65-F5344CB8AC3E}">
        <p14:creationId xmlns:p14="http://schemas.microsoft.com/office/powerpoint/2010/main" val="3872894961"/>
      </p:ext>
    </p:extLst>
  </p:cSld>
  <p:clrMapOvr>
    <a:masterClrMapping/>
  </p:clrMapOvr>
</p:sld>
</file>

<file path=ppt/theme/theme1.xml><?xml version="1.0" encoding="utf-8"?>
<a:theme xmlns:a="http://schemas.openxmlformats.org/drawingml/2006/main" name="PrismaticVTI">
  <a:themeElements>
    <a:clrScheme name="Prismatic">
      <a:dk1>
        <a:sysClr val="windowText" lastClr="000000"/>
      </a:dk1>
      <a:lt1>
        <a:sysClr val="window" lastClr="FFFFFF"/>
      </a:lt1>
      <a:dk2>
        <a:srgbClr val="131523"/>
      </a:dk2>
      <a:lt2>
        <a:srgbClr val="E7E6E6"/>
      </a:lt2>
      <a:accent1>
        <a:srgbClr val="42B3BD"/>
      </a:accent1>
      <a:accent2>
        <a:srgbClr val="51B851"/>
      </a:accent2>
      <a:accent3>
        <a:srgbClr val="B5A603"/>
      </a:accent3>
      <a:accent4>
        <a:srgbClr val="F58505"/>
      </a:accent4>
      <a:accent5>
        <a:srgbClr val="FA2481"/>
      </a:accent5>
      <a:accent6>
        <a:srgbClr val="9CA2AB"/>
      </a:accent6>
      <a:hlink>
        <a:srgbClr val="FA2481"/>
      </a:hlink>
      <a:folHlink>
        <a:srgbClr val="57618E"/>
      </a:folHlink>
    </a:clrScheme>
    <a:fontScheme name="Custom 14">
      <a:majorFont>
        <a:latin typeface="Aharoni"/>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 design_win32_EF_v3" id="{766CCFC2-5746-4D17-9C80-B854A2114008}" vid="{CF8EA309-49BB-462C-A82D-F569C6BF43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TaxCatchAll xmlns="230e9df3-be65-4c73-a93b-d1236ebd677e" xsi:nil="true"/>
    <MediaServiceKeyPoints xmlns="71af3243-3dd4-4a8d-8c0d-dd76da1f02a5" xsi:nil="true"/>
    <Background xmlns="71af3243-3dd4-4a8d-8c0d-dd76da1f02a5">false</Background>
    <ImageTagsTaxHTField xmlns="71af3243-3dd4-4a8d-8c0d-dd76da1f02a5">
      <Terms xmlns="http://schemas.microsoft.com/office/infopath/2007/PartnerControls"/>
    </ImageTagsTaxHTFiel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4D9BD-AE11-4F3A-9185-74D1F42CA599}">
  <ds:schemaRefs>
    <ds:schemaRef ds:uri="http://schemas.microsoft.com/sharepoint/v3/contenttype/forms"/>
  </ds:schemaRefs>
</ds:datastoreItem>
</file>

<file path=customXml/itemProps2.xml><?xml version="1.0" encoding="utf-8"?>
<ds:datastoreItem xmlns:ds="http://schemas.openxmlformats.org/officeDocument/2006/customXml" ds:itemID="{B2B7AAFC-BA46-4192-9EDD-FC31D26BDA5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4CA8F0A8-0272-4870-9FED-50919032B8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Prismatic design</Template>
  <TotalTime>225</TotalTime>
  <Words>828</Words>
  <Application>Microsoft Office PowerPoint</Application>
  <PresentationFormat>Widescreen</PresentationFormat>
  <Paragraphs>58</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Aharoni</vt:lpstr>
      <vt:lpstr>Aptos</vt:lpstr>
      <vt:lpstr>Arial</vt:lpstr>
      <vt:lpstr>Avenir Next LT Pro</vt:lpstr>
      <vt:lpstr>Avenir Next LT Pro Light</vt:lpstr>
      <vt:lpstr>Calibri</vt:lpstr>
      <vt:lpstr>PrismaticVTI</vt:lpstr>
      <vt:lpstr>Vehicle Analysis 2005-2020</vt:lpstr>
      <vt:lpstr>Problem Statement</vt:lpstr>
      <vt:lpstr>Hypothesis</vt:lpstr>
      <vt:lpstr>Analysis and Findings</vt:lpstr>
      <vt:lpstr>Analysis and Findings</vt:lpstr>
      <vt:lpstr>Analysis and Findings</vt:lpstr>
      <vt:lpstr>Analysis and Findings</vt:lpstr>
      <vt:lpstr>Analysis and Findings</vt:lpstr>
      <vt:lpstr>Analysis and Findings</vt:lpstr>
      <vt:lpstr>Analysis and Findings</vt:lpstr>
      <vt:lpstr>Hypothesis 1 Difference between Average Price of Petrol and Diesel</vt:lpstr>
      <vt:lpstr>Hypothesis 2 Difference between Average Price of Transmission</vt:lpstr>
      <vt:lpstr>Suggestions</vt:lpstr>
      <vt:lpstr>Suggestions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Analysis</dc:title>
  <dc:creator>Amish Ilyas</dc:creator>
  <cp:lastModifiedBy>Amish Ilyas</cp:lastModifiedBy>
  <cp:revision>20</cp:revision>
  <dcterms:created xsi:type="dcterms:W3CDTF">2024-07-29T08:31:26Z</dcterms:created>
  <dcterms:modified xsi:type="dcterms:W3CDTF">2024-07-29T12:16:27Z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