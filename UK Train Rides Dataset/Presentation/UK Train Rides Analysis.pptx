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media/image2.jpg" ContentType="image/jpeg"/>
  <Override PartName="/ppt/comments/comment1.xml" ContentType="application/vnd.openxmlformats-officedocument.presentationml.comments+xml"/>
  <Override PartName="/ppt/media/image3.jpg" ContentType="image/jpeg"/>
  <Override PartName="/ppt/media/image14.JPG" ContentType="image/jpeg"/>
  <Override PartName="/ppt/media/image15.jpg" ContentType="image/jpeg"/>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handoutMasterIdLst>
    <p:handoutMasterId r:id="rId22"/>
  </p:handoutMasterIdLst>
  <p:sldIdLst>
    <p:sldId id="309" r:id="rId5"/>
    <p:sldId id="310" r:id="rId6"/>
    <p:sldId id="311" r:id="rId7"/>
    <p:sldId id="313" r:id="rId8"/>
    <p:sldId id="312" r:id="rId9"/>
    <p:sldId id="314" r:id="rId10"/>
    <p:sldId id="315" r:id="rId11"/>
    <p:sldId id="318" r:id="rId12"/>
    <p:sldId id="316" r:id="rId13"/>
    <p:sldId id="317" r:id="rId14"/>
    <p:sldId id="319" r:id="rId15"/>
    <p:sldId id="320" r:id="rId16"/>
    <p:sldId id="321" r:id="rId17"/>
    <p:sldId id="322" r:id="rId18"/>
    <p:sldId id="323" r:id="rId19"/>
    <p:sldId id="30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mish Ilyas" initials="AI" lastIdx="1" clrIdx="0">
    <p:extLst>
      <p:ext uri="{19B8F6BF-5375-455C-9EA6-DF929625EA0E}">
        <p15:presenceInfo xmlns:p15="http://schemas.microsoft.com/office/powerpoint/2012/main" userId="Amish Ilya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8FA971"/>
    <a:srgbClr val="1C4C3C"/>
    <a:srgbClr val="F1EAE0"/>
    <a:srgbClr val="9F792F"/>
    <a:srgbClr val="785029"/>
    <a:srgbClr val="E3CEB2"/>
    <a:srgbClr val="648260"/>
    <a:srgbClr val="A49B37"/>
    <a:srgbClr val="006A8A"/>
    <a:srgbClr val="BD7B2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5822" autoAdjust="0"/>
  </p:normalViewPr>
  <p:slideViewPr>
    <p:cSldViewPr snapToGrid="0" snapToObjects="1" showGuides="1">
      <p:cViewPr varScale="1">
        <p:scale>
          <a:sx n="91" d="100"/>
          <a:sy n="91" d="100"/>
        </p:scale>
        <p:origin x="68" y="144"/>
      </p:cViewPr>
      <p:guideLst/>
    </p:cSldViewPr>
  </p:slideViewPr>
  <p:notesTextViewPr>
    <p:cViewPr>
      <p:scale>
        <a:sx n="20" d="100"/>
        <a:sy n="20" d="100"/>
      </p:scale>
      <p:origin x="0" y="0"/>
    </p:cViewPr>
  </p:notesTextViewPr>
  <p:sorterViewPr>
    <p:cViewPr>
      <p:scale>
        <a:sx n="100" d="100"/>
        <a:sy n="100" d="100"/>
      </p:scale>
      <p:origin x="0" y="0"/>
    </p:cViewPr>
  </p:sorterViewPr>
  <p:notesViewPr>
    <p:cSldViewPr snapToGrid="0" snapToObjects="1">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4-08-05T13:04:40.859" idx="1">
    <p:pos x="10" y="10"/>
    <p:text/>
    <p:extLst>
      <p:ext uri="{C676402C-5697-4E1C-873F-D02D1690AC5C}">
        <p15:threadingInfo xmlns:p15="http://schemas.microsoft.com/office/powerpoint/2012/main" timeZoneBias="-30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D397ADA-28FC-D95C-9949-C2600B76E89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46638BB-B5C2-68A8-E3FA-52921DD0027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07502F-DB6E-469A-9C44-FB8EDEF15CAD}" type="datetimeFigureOut">
              <a:rPr lang="en-US" smtClean="0"/>
              <a:t>8/5/2024</a:t>
            </a:fld>
            <a:endParaRPr lang="en-US" dirty="0"/>
          </a:p>
        </p:txBody>
      </p:sp>
      <p:sp>
        <p:nvSpPr>
          <p:cNvPr id="4" name="Footer Placeholder 3">
            <a:extLst>
              <a:ext uri="{FF2B5EF4-FFF2-40B4-BE49-F238E27FC236}">
                <a16:creationId xmlns:a16="http://schemas.microsoft.com/office/drawing/2014/main" id="{ADD222EB-9CD6-7377-B538-2102EE87F35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FC9DFD59-EA45-6CD0-571D-72EF11B8640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DA6A3EC-C558-4879-9E77-732F9A1F519B}" type="slidenum">
              <a:rPr lang="en-US" smtClean="0"/>
              <a:t>‹#›</a:t>
            </a:fld>
            <a:endParaRPr lang="en-US" dirty="0"/>
          </a:p>
        </p:txBody>
      </p:sp>
    </p:spTree>
    <p:extLst>
      <p:ext uri="{BB962C8B-B14F-4D97-AF65-F5344CB8AC3E}">
        <p14:creationId xmlns:p14="http://schemas.microsoft.com/office/powerpoint/2010/main" val="37041728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817FE1-3397-4E25-A0AD-CD1F478AA284}" type="datetimeFigureOut">
              <a:rPr lang="en-US" smtClean="0"/>
              <a:t>8/5/2024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03C4B0-A82C-497E-A667-41FFA619A478}" type="slidenum">
              <a:rPr lang="en-US" smtClean="0"/>
              <a:t>‹#›</a:t>
            </a:fld>
            <a:endParaRPr lang="en-US" dirty="0"/>
          </a:p>
        </p:txBody>
      </p:sp>
    </p:spTree>
    <p:extLst>
      <p:ext uri="{BB962C8B-B14F-4D97-AF65-F5344CB8AC3E}">
        <p14:creationId xmlns:p14="http://schemas.microsoft.com/office/powerpoint/2010/main" val="764574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2DDD5-B179-8D33-E206-E8EC18C6525D}"/>
              </a:ext>
            </a:extLst>
          </p:cNvPr>
          <p:cNvSpPr>
            <a:spLocks noGrp="1"/>
          </p:cNvSpPr>
          <p:nvPr>
            <p:ph type="ctrTitle"/>
          </p:nvPr>
        </p:nvSpPr>
        <p:spPr>
          <a:xfrm>
            <a:off x="822960" y="822960"/>
            <a:ext cx="6840110" cy="4663440"/>
          </a:xfrm>
          <a:prstGeom prst="rect">
            <a:avLst/>
          </a:prstGeom>
        </p:spPr>
        <p:txBody>
          <a:bodyPr anchor="ctr">
            <a:noAutofit/>
          </a:bodyPr>
          <a:lstStyle>
            <a:lvl1pPr algn="l">
              <a:lnSpc>
                <a:spcPct val="100000"/>
              </a:lnSpc>
              <a:defRPr sz="6000" b="1" i="0" cap="all" baseline="0">
                <a:solidFill>
                  <a:schemeClr val="tx2"/>
                </a:solidFill>
                <a:latin typeface="+mj-lt"/>
              </a:defRPr>
            </a:lvl1pPr>
          </a:lstStyle>
          <a:p>
            <a:r>
              <a:rPr lang="en-US" noProof="0"/>
              <a:t>Click to edit Master title style</a:t>
            </a:r>
            <a:endParaRPr lang="en-US" noProof="0" dirty="0"/>
          </a:p>
        </p:txBody>
      </p:sp>
      <p:sp>
        <p:nvSpPr>
          <p:cNvPr id="3" name="Subtitle 2">
            <a:extLst>
              <a:ext uri="{FF2B5EF4-FFF2-40B4-BE49-F238E27FC236}">
                <a16:creationId xmlns:a16="http://schemas.microsoft.com/office/drawing/2014/main" id="{4B219809-9823-E5C1-322B-DCDB7769D492}"/>
              </a:ext>
            </a:extLst>
          </p:cNvPr>
          <p:cNvSpPr>
            <a:spLocks noGrp="1"/>
          </p:cNvSpPr>
          <p:nvPr>
            <p:ph type="subTitle" idx="1"/>
          </p:nvPr>
        </p:nvSpPr>
        <p:spPr>
          <a:xfrm>
            <a:off x="822960" y="5559552"/>
            <a:ext cx="6840110" cy="475938"/>
          </a:xfrm>
        </p:spPr>
        <p:txBody>
          <a:bodyPr/>
          <a:lstStyle>
            <a:lvl1pPr marL="0" indent="0" algn="l">
              <a:buNone/>
              <a:defRPr sz="2400">
                <a:solidFill>
                  <a:schemeClr val="tx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17" name="Picture Placeholder 16">
            <a:extLst>
              <a:ext uri="{FF2B5EF4-FFF2-40B4-BE49-F238E27FC236}">
                <a16:creationId xmlns:a16="http://schemas.microsoft.com/office/drawing/2014/main" id="{4109FC96-A524-9411-F587-93938397D054}"/>
              </a:ext>
            </a:extLst>
          </p:cNvPr>
          <p:cNvSpPr>
            <a:spLocks noGrp="1"/>
          </p:cNvSpPr>
          <p:nvPr>
            <p:ph type="pic" sz="quarter" idx="11"/>
          </p:nvPr>
        </p:nvSpPr>
        <p:spPr>
          <a:xfrm>
            <a:off x="7793736" y="0"/>
            <a:ext cx="4398264" cy="6857999"/>
          </a:xfrm>
          <a:noFill/>
        </p:spPr>
        <p:txBody>
          <a:bodyPr anchor="t"/>
          <a:lstStyle>
            <a:lvl1pPr marL="0" indent="0" algn="ctr">
              <a:buNone/>
              <a:defRPr/>
            </a:lvl1pPr>
          </a:lstStyle>
          <a:p>
            <a:r>
              <a:rPr lang="en-US" noProof="0"/>
              <a:t>Click icon to add picture</a:t>
            </a:r>
            <a:endParaRPr lang="en-US" noProof="0" dirty="0"/>
          </a:p>
        </p:txBody>
      </p:sp>
    </p:spTree>
    <p:extLst>
      <p:ext uri="{BB962C8B-B14F-4D97-AF65-F5344CB8AC3E}">
        <p14:creationId xmlns:p14="http://schemas.microsoft.com/office/powerpoint/2010/main" val="4217870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74567E9-2483-C330-76B4-52F75C9504A9}"/>
              </a:ext>
            </a:extLst>
          </p:cNvPr>
          <p:cNvSpPr>
            <a:spLocks noGrp="1"/>
          </p:cNvSpPr>
          <p:nvPr>
            <p:ph type="title" hasCustomPrompt="1"/>
          </p:nvPr>
        </p:nvSpPr>
        <p:spPr>
          <a:xfrm>
            <a:off x="822960" y="822960"/>
            <a:ext cx="4389120" cy="1920240"/>
          </a:xfrm>
          <a:prstGeom prst="rect">
            <a:avLst/>
          </a:prstGeom>
        </p:spPr>
        <p:txBody>
          <a:bodyPr anchor="b">
            <a:normAutofit/>
          </a:bodyPr>
          <a:lstStyle>
            <a:lvl1pPr>
              <a:defRPr sz="3200" b="1">
                <a:solidFill>
                  <a:schemeClr val="bg1"/>
                </a:solidFill>
                <a:latin typeface="+mj-lt"/>
              </a:defRPr>
            </a:lvl1pPr>
          </a:lstStyle>
          <a:p>
            <a:r>
              <a:rPr lang="en-US" dirty="0"/>
              <a:t>click to edit master title style</a:t>
            </a:r>
          </a:p>
        </p:txBody>
      </p:sp>
      <p:sp>
        <p:nvSpPr>
          <p:cNvPr id="9" name="Content Placeholder 5">
            <a:extLst>
              <a:ext uri="{FF2B5EF4-FFF2-40B4-BE49-F238E27FC236}">
                <a16:creationId xmlns:a16="http://schemas.microsoft.com/office/drawing/2014/main" id="{380C9AC2-080F-B7EB-E5D9-98A11923C160}"/>
              </a:ext>
            </a:extLst>
          </p:cNvPr>
          <p:cNvSpPr>
            <a:spLocks noGrp="1"/>
          </p:cNvSpPr>
          <p:nvPr>
            <p:ph sz="quarter" idx="14"/>
          </p:nvPr>
        </p:nvSpPr>
        <p:spPr>
          <a:xfrm>
            <a:off x="822960" y="3529584"/>
            <a:ext cx="4389120" cy="2350008"/>
          </a:xfrm>
        </p:spPr>
        <p:txBody>
          <a:bodyPr/>
          <a:lstStyle>
            <a:lvl1pPr marL="285750" indent="-285750">
              <a:lnSpc>
                <a:spcPts val="2500"/>
              </a:lnSpc>
              <a:spcBef>
                <a:spcPts val="0"/>
              </a:spcBef>
              <a:spcAft>
                <a:spcPts val="1000"/>
              </a:spcAft>
              <a:buFont typeface="Arial" panose="020B0604020202020204" pitchFamily="34" charset="0"/>
              <a:buChar cha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16">
            <a:extLst>
              <a:ext uri="{FF2B5EF4-FFF2-40B4-BE49-F238E27FC236}">
                <a16:creationId xmlns:a16="http://schemas.microsoft.com/office/drawing/2014/main" id="{A6C9DAC2-F86A-0D7B-2EA8-DAE9CF8E03B5}"/>
              </a:ext>
            </a:extLst>
          </p:cNvPr>
          <p:cNvSpPr>
            <a:spLocks noGrp="1"/>
          </p:cNvSpPr>
          <p:nvPr>
            <p:ph type="pic" sz="quarter" idx="13"/>
          </p:nvPr>
        </p:nvSpPr>
        <p:spPr>
          <a:xfrm>
            <a:off x="5690616" y="0"/>
            <a:ext cx="6501384" cy="6857999"/>
          </a:xfrm>
          <a:noFill/>
        </p:spPr>
        <p:txBody>
          <a:bodyPr anchor="t"/>
          <a:lstStyle>
            <a:lvl1pPr marL="0" indent="0" algn="ctr">
              <a:buNone/>
              <a:defRPr>
                <a:solidFill>
                  <a:schemeClr val="bg1"/>
                </a:solidFill>
              </a:defRPr>
            </a:lvl1pPr>
          </a:lstStyle>
          <a:p>
            <a:r>
              <a:rPr lang="en-US" noProof="0"/>
              <a:t>Click icon to add picture</a:t>
            </a:r>
            <a:endParaRPr lang="en-US" noProof="0" dirty="0"/>
          </a:p>
        </p:txBody>
      </p:sp>
      <p:sp>
        <p:nvSpPr>
          <p:cNvPr id="7" name="Footer Placeholder 6">
            <a:extLst>
              <a:ext uri="{FF2B5EF4-FFF2-40B4-BE49-F238E27FC236}">
                <a16:creationId xmlns:a16="http://schemas.microsoft.com/office/drawing/2014/main" id="{B5DF0DBE-FBE3-E653-13B1-8A27023E2F1E}"/>
              </a:ext>
            </a:extLst>
          </p:cNvPr>
          <p:cNvSpPr>
            <a:spLocks noGrp="1"/>
          </p:cNvSpPr>
          <p:nvPr>
            <p:ph type="ftr" sz="quarter" idx="11"/>
          </p:nvPr>
        </p:nvSpPr>
        <p:spPr>
          <a:xfrm>
            <a:off x="173736" y="6254496"/>
            <a:ext cx="4114800" cy="365125"/>
          </a:xfrm>
          <a:prstGeom prst="rect">
            <a:avLst/>
          </a:prstGeom>
        </p:spPr>
        <p:txBody>
          <a:bodyPr/>
          <a:lstStyle>
            <a:lvl1pPr>
              <a:defRPr>
                <a:solidFill>
                  <a:schemeClr val="bg1">
                    <a:alpha val="78000"/>
                  </a:schemeClr>
                </a:solidFill>
              </a:defRPr>
            </a:lvl1pPr>
          </a:lstStyle>
          <a:p>
            <a:endParaRPr lang="en-US" dirty="0"/>
          </a:p>
        </p:txBody>
      </p:sp>
      <p:sp>
        <p:nvSpPr>
          <p:cNvPr id="8" name="Slide Number Placeholder 7">
            <a:extLst>
              <a:ext uri="{FF2B5EF4-FFF2-40B4-BE49-F238E27FC236}">
                <a16:creationId xmlns:a16="http://schemas.microsoft.com/office/drawing/2014/main" id="{4339096C-E86B-C5A9-1F2F-E4FD0552DEF8}"/>
              </a:ext>
            </a:extLst>
          </p:cNvPr>
          <p:cNvSpPr>
            <a:spLocks noGrp="1"/>
          </p:cNvSpPr>
          <p:nvPr>
            <p:ph type="sldNum" sz="quarter" idx="12"/>
          </p:nvPr>
        </p:nvSpPr>
        <p:spPr/>
        <p:txBody>
          <a:bodyPr/>
          <a:lstStyle>
            <a:lvl1pPr>
              <a:defRPr>
                <a:solidFill>
                  <a:schemeClr val="bg1">
                    <a:alpha val="78000"/>
                  </a:schemeClr>
                </a:solidFill>
              </a:defRPr>
            </a:lvl1pPr>
          </a:lstStyle>
          <a:p>
            <a:fld id="{8058A7CE-F400-7B46-9E16-10D36E8C32FD}" type="slidenum">
              <a:rPr lang="en-US" smtClean="0"/>
              <a:pPr/>
              <a:t>‹#›</a:t>
            </a:fld>
            <a:endParaRPr lang="en-US" dirty="0"/>
          </a:p>
        </p:txBody>
      </p:sp>
    </p:spTree>
    <p:extLst>
      <p:ext uri="{BB962C8B-B14F-4D97-AF65-F5344CB8AC3E}">
        <p14:creationId xmlns:p14="http://schemas.microsoft.com/office/powerpoint/2010/main" val="3317380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accent3">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647C7-955C-FC73-3737-298D139F209D}"/>
              </a:ext>
            </a:extLst>
          </p:cNvPr>
          <p:cNvSpPr>
            <a:spLocks noGrp="1"/>
          </p:cNvSpPr>
          <p:nvPr>
            <p:ph type="title"/>
          </p:nvPr>
        </p:nvSpPr>
        <p:spPr>
          <a:xfrm>
            <a:off x="822960" y="822960"/>
            <a:ext cx="4754880" cy="4114800"/>
          </a:xfrm>
          <a:prstGeom prst="rect">
            <a:avLst/>
          </a:prstGeom>
        </p:spPr>
        <p:txBody>
          <a:bodyPr anchor="b">
            <a:noAutofit/>
          </a:bodyPr>
          <a:lstStyle>
            <a:lvl1pPr algn="r">
              <a:lnSpc>
                <a:spcPct val="100000"/>
              </a:lnSpc>
              <a:defRPr sz="5400" b="1">
                <a:solidFill>
                  <a:schemeClr val="bg1"/>
                </a:solidFill>
                <a:latin typeface="+mj-lt"/>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4EA9653-6F42-EC48-B443-D3FF0CD0D4C1}"/>
              </a:ext>
            </a:extLst>
          </p:cNvPr>
          <p:cNvSpPr>
            <a:spLocks noGrp="1"/>
          </p:cNvSpPr>
          <p:nvPr>
            <p:ph type="body" idx="1"/>
          </p:nvPr>
        </p:nvSpPr>
        <p:spPr>
          <a:xfrm>
            <a:off x="822960" y="5175504"/>
            <a:ext cx="4754880" cy="914400"/>
          </a:xfrm>
        </p:spPr>
        <p:txBody>
          <a:bodyPr/>
          <a:lstStyle>
            <a:lvl1pPr marL="0" indent="0" algn="r">
              <a:buNone/>
              <a:defRPr sz="240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9" name="Picture Placeholder 8">
            <a:extLst>
              <a:ext uri="{FF2B5EF4-FFF2-40B4-BE49-F238E27FC236}">
                <a16:creationId xmlns:a16="http://schemas.microsoft.com/office/drawing/2014/main" id="{37A5DB37-3750-510E-8CAA-D76AFD5CC5D8}"/>
              </a:ext>
            </a:extLst>
          </p:cNvPr>
          <p:cNvSpPr>
            <a:spLocks noGrp="1"/>
          </p:cNvSpPr>
          <p:nvPr>
            <p:ph type="pic" sz="quarter" idx="10"/>
          </p:nvPr>
        </p:nvSpPr>
        <p:spPr>
          <a:xfrm>
            <a:off x="6096000" y="0"/>
            <a:ext cx="6096000" cy="6858000"/>
          </a:xfrm>
          <a:solidFill>
            <a:schemeClr val="bg1">
              <a:lumMod val="95000"/>
            </a:schemeClr>
          </a:solidFill>
        </p:spPr>
        <p:txBody>
          <a:bodyPr anchor="t"/>
          <a:lstStyle>
            <a:lvl1pPr marL="0" indent="0" algn="ctr">
              <a:buNone/>
              <a:defRPr/>
            </a:lvl1pPr>
          </a:lstStyle>
          <a:p>
            <a:r>
              <a:rPr lang="en-US"/>
              <a:t>Click icon to add picture</a:t>
            </a:r>
            <a:endParaRPr lang="en-US" dirty="0"/>
          </a:p>
        </p:txBody>
      </p:sp>
    </p:spTree>
    <p:extLst>
      <p:ext uri="{BB962C8B-B14F-4D97-AF65-F5344CB8AC3E}">
        <p14:creationId xmlns:p14="http://schemas.microsoft.com/office/powerpoint/2010/main" val="2925168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ith image">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0577E-706F-A37B-4229-35D618DD2969}"/>
              </a:ext>
            </a:extLst>
          </p:cNvPr>
          <p:cNvSpPr>
            <a:spLocks noGrp="1"/>
          </p:cNvSpPr>
          <p:nvPr>
            <p:ph type="title" hasCustomPrompt="1"/>
          </p:nvPr>
        </p:nvSpPr>
        <p:spPr>
          <a:xfrm>
            <a:off x="822960" y="822960"/>
            <a:ext cx="4937760" cy="1920240"/>
          </a:xfrm>
          <a:prstGeom prst="rect">
            <a:avLst/>
          </a:prstGeom>
        </p:spPr>
        <p:txBody>
          <a:bodyPr anchor="b">
            <a:normAutofit/>
          </a:bodyPr>
          <a:lstStyle>
            <a:lvl1pPr>
              <a:defRPr sz="3200" b="1">
                <a:solidFill>
                  <a:schemeClr val="bg1"/>
                </a:solidFill>
                <a:latin typeface="+mj-lt"/>
              </a:defRPr>
            </a:lvl1pPr>
          </a:lstStyle>
          <a:p>
            <a:r>
              <a:rPr lang="en-US" dirty="0"/>
              <a:t>click to edit master title style</a:t>
            </a:r>
          </a:p>
        </p:txBody>
      </p:sp>
      <p:sp>
        <p:nvSpPr>
          <p:cNvPr id="4" name="Content Placeholder 3">
            <a:extLst>
              <a:ext uri="{FF2B5EF4-FFF2-40B4-BE49-F238E27FC236}">
                <a16:creationId xmlns:a16="http://schemas.microsoft.com/office/drawing/2014/main" id="{A915BFF6-ADF4-B12B-F366-E1E7F245C3B3}"/>
              </a:ext>
            </a:extLst>
          </p:cNvPr>
          <p:cNvSpPr>
            <a:spLocks noGrp="1"/>
          </p:cNvSpPr>
          <p:nvPr>
            <p:ph sz="half" idx="2"/>
          </p:nvPr>
        </p:nvSpPr>
        <p:spPr>
          <a:xfrm>
            <a:off x="6263640" y="822960"/>
            <a:ext cx="5111496" cy="3566160"/>
          </a:xfrm>
        </p:spPr>
        <p:txBody>
          <a:bodyPr/>
          <a:lstStyle>
            <a:lvl1pPr marL="283464" indent="-283464">
              <a:defRPr sz="1800">
                <a:solidFill>
                  <a:schemeClr val="bg1"/>
                </a:solidFill>
              </a:defRPr>
            </a:lvl1pPr>
            <a:lvl2pPr indent="-283464">
              <a:defRPr sz="1600">
                <a:solidFill>
                  <a:schemeClr val="bg1"/>
                </a:solidFill>
              </a:defRPr>
            </a:lvl2pPr>
            <a:lvl3pPr indent="-283464">
              <a:defRPr sz="1400">
                <a:solidFill>
                  <a:schemeClr val="bg1"/>
                </a:solidFill>
              </a:defRPr>
            </a:lvl3pPr>
            <a:lvl4pPr indent="-283464">
              <a:defRPr sz="1400">
                <a:solidFill>
                  <a:schemeClr val="bg1"/>
                </a:solidFill>
              </a:defRPr>
            </a:lvl4pPr>
            <a:lvl5pPr indent="-283464">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16">
            <a:extLst>
              <a:ext uri="{FF2B5EF4-FFF2-40B4-BE49-F238E27FC236}">
                <a16:creationId xmlns:a16="http://schemas.microsoft.com/office/drawing/2014/main" id="{6EAC12B0-20CC-C7DC-2FB8-1B9FE9CCFCCB}"/>
              </a:ext>
            </a:extLst>
          </p:cNvPr>
          <p:cNvSpPr>
            <a:spLocks noGrp="1"/>
          </p:cNvSpPr>
          <p:nvPr>
            <p:ph type="pic" sz="quarter" idx="14"/>
          </p:nvPr>
        </p:nvSpPr>
        <p:spPr>
          <a:xfrm>
            <a:off x="1" y="4471416"/>
            <a:ext cx="12192000" cy="2386584"/>
          </a:xfrm>
          <a:noFill/>
        </p:spPr>
        <p:txBody>
          <a:bodyPr anchor="t"/>
          <a:lstStyle>
            <a:lvl1pPr marL="0" indent="0" algn="ctr">
              <a:buNone/>
              <a:defRPr>
                <a:solidFill>
                  <a:schemeClr val="bg1"/>
                </a:solidFill>
              </a:defRPr>
            </a:lvl1pPr>
          </a:lstStyle>
          <a:p>
            <a:r>
              <a:rPr lang="en-US" noProof="0"/>
              <a:t>Click icon to add picture</a:t>
            </a:r>
            <a:endParaRPr lang="en-US" noProof="0" dirty="0"/>
          </a:p>
        </p:txBody>
      </p:sp>
      <p:sp>
        <p:nvSpPr>
          <p:cNvPr id="14" name="Footer Placeholder 13">
            <a:extLst>
              <a:ext uri="{FF2B5EF4-FFF2-40B4-BE49-F238E27FC236}">
                <a16:creationId xmlns:a16="http://schemas.microsoft.com/office/drawing/2014/main" id="{C78AC046-3CF2-802F-750B-B70D9B89A33E}"/>
              </a:ext>
            </a:extLst>
          </p:cNvPr>
          <p:cNvSpPr>
            <a:spLocks noGrp="1"/>
          </p:cNvSpPr>
          <p:nvPr>
            <p:ph type="ftr" sz="quarter" idx="12"/>
          </p:nvPr>
        </p:nvSpPr>
        <p:spPr>
          <a:xfrm>
            <a:off x="173736" y="6254496"/>
            <a:ext cx="4114800" cy="365125"/>
          </a:xfrm>
          <a:prstGeom prst="rect">
            <a:avLst/>
          </a:prstGeom>
        </p:spPr>
        <p:txBody>
          <a:bodyPr/>
          <a:lstStyle>
            <a:lvl1pPr>
              <a:defRPr>
                <a:solidFill>
                  <a:schemeClr val="bg1">
                    <a:alpha val="78000"/>
                  </a:schemeClr>
                </a:solidFill>
              </a:defRPr>
            </a:lvl1pPr>
          </a:lstStyle>
          <a:p>
            <a:endParaRPr lang="en-US" dirty="0"/>
          </a:p>
        </p:txBody>
      </p:sp>
      <p:sp>
        <p:nvSpPr>
          <p:cNvPr id="15" name="Slide Number Placeholder 14">
            <a:extLst>
              <a:ext uri="{FF2B5EF4-FFF2-40B4-BE49-F238E27FC236}">
                <a16:creationId xmlns:a16="http://schemas.microsoft.com/office/drawing/2014/main" id="{E9B26AA9-8344-BF2E-82C8-AF9EDF269B92}"/>
              </a:ext>
            </a:extLst>
          </p:cNvPr>
          <p:cNvSpPr>
            <a:spLocks noGrp="1"/>
          </p:cNvSpPr>
          <p:nvPr>
            <p:ph type="sldNum" sz="quarter" idx="13"/>
          </p:nvPr>
        </p:nvSpPr>
        <p:spPr/>
        <p:txBody>
          <a:bodyPr/>
          <a:lstStyle>
            <a:lvl1pPr>
              <a:defRPr>
                <a:solidFill>
                  <a:schemeClr val="bg1"/>
                </a:solidFill>
              </a:defRPr>
            </a:lvl1pPr>
          </a:lstStyle>
          <a:p>
            <a:fld id="{8058A7CE-F400-7B46-9E16-10D36E8C32FD}" type="slidenum">
              <a:rPr lang="en-US" smtClean="0"/>
              <a:pPr/>
              <a:t>‹#›</a:t>
            </a:fld>
            <a:endParaRPr lang="en-US" dirty="0"/>
          </a:p>
        </p:txBody>
      </p:sp>
    </p:spTree>
    <p:extLst>
      <p:ext uri="{BB962C8B-B14F-4D97-AF65-F5344CB8AC3E}">
        <p14:creationId xmlns:p14="http://schemas.microsoft.com/office/powerpoint/2010/main" val="920933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and title">
    <p:bg>
      <p:bgPr>
        <a:solidFill>
          <a:schemeClr val="accent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74567E9-2483-C330-76B4-52F75C9504A9}"/>
              </a:ext>
            </a:extLst>
          </p:cNvPr>
          <p:cNvSpPr>
            <a:spLocks noGrp="1"/>
          </p:cNvSpPr>
          <p:nvPr>
            <p:ph type="title" hasCustomPrompt="1"/>
          </p:nvPr>
        </p:nvSpPr>
        <p:spPr>
          <a:xfrm>
            <a:off x="6675120" y="822960"/>
            <a:ext cx="4754880" cy="4114800"/>
          </a:xfrm>
          <a:prstGeom prst="rect">
            <a:avLst/>
          </a:prstGeom>
        </p:spPr>
        <p:txBody>
          <a:bodyPr anchor="b">
            <a:normAutofit/>
          </a:bodyPr>
          <a:lstStyle>
            <a:lvl1pPr>
              <a:defRPr sz="5400" b="1">
                <a:solidFill>
                  <a:schemeClr val="bg1"/>
                </a:solidFill>
                <a:latin typeface="+mj-lt"/>
              </a:defRPr>
            </a:lvl1pPr>
          </a:lstStyle>
          <a:p>
            <a:r>
              <a:rPr lang="en-US" dirty="0"/>
              <a:t>click to edit master title style</a:t>
            </a:r>
          </a:p>
        </p:txBody>
      </p:sp>
      <p:sp>
        <p:nvSpPr>
          <p:cNvPr id="2" name="Picture Placeholder 16">
            <a:extLst>
              <a:ext uri="{FF2B5EF4-FFF2-40B4-BE49-F238E27FC236}">
                <a16:creationId xmlns:a16="http://schemas.microsoft.com/office/drawing/2014/main" id="{A6C9DAC2-F86A-0D7B-2EA8-DAE9CF8E03B5}"/>
              </a:ext>
            </a:extLst>
          </p:cNvPr>
          <p:cNvSpPr>
            <a:spLocks noGrp="1"/>
          </p:cNvSpPr>
          <p:nvPr>
            <p:ph type="pic" sz="quarter" idx="13"/>
          </p:nvPr>
        </p:nvSpPr>
        <p:spPr>
          <a:xfrm>
            <a:off x="0" y="0"/>
            <a:ext cx="6099048" cy="6857999"/>
          </a:xfrm>
          <a:solidFill>
            <a:schemeClr val="bg1">
              <a:lumMod val="95000"/>
            </a:schemeClr>
          </a:solidFill>
        </p:spPr>
        <p:txBody>
          <a:bodyPr anchor="t"/>
          <a:lstStyle>
            <a:lvl1pPr marL="0" indent="0" algn="ctr">
              <a:buNone/>
              <a:defRPr>
                <a:solidFill>
                  <a:schemeClr val="tx1"/>
                </a:solidFill>
              </a:defRPr>
            </a:lvl1pPr>
          </a:lstStyle>
          <a:p>
            <a:r>
              <a:rPr lang="en-US" noProof="0"/>
              <a:t>Click icon to add picture</a:t>
            </a:r>
            <a:endParaRPr lang="en-US" noProof="0" dirty="0"/>
          </a:p>
        </p:txBody>
      </p:sp>
      <p:sp>
        <p:nvSpPr>
          <p:cNvPr id="3" name="Text Placeholder 2">
            <a:extLst>
              <a:ext uri="{FF2B5EF4-FFF2-40B4-BE49-F238E27FC236}">
                <a16:creationId xmlns:a16="http://schemas.microsoft.com/office/drawing/2014/main" id="{D248F38D-10C4-434A-0F9B-619CCAB674D3}"/>
              </a:ext>
            </a:extLst>
          </p:cNvPr>
          <p:cNvSpPr>
            <a:spLocks noGrp="1"/>
          </p:cNvSpPr>
          <p:nvPr>
            <p:ph type="body" idx="1"/>
          </p:nvPr>
        </p:nvSpPr>
        <p:spPr>
          <a:xfrm>
            <a:off x="6675120" y="5175504"/>
            <a:ext cx="4754880" cy="914400"/>
          </a:xfrm>
        </p:spPr>
        <p:txBody>
          <a:bodyPr/>
          <a:lstStyle>
            <a:lvl1pPr marL="0" indent="0" algn="l">
              <a:buFont typeface="Arial" panose="020B0604020202020204" pitchFamily="34" charset="0"/>
              <a:buNone/>
              <a:defRPr sz="240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733502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tx2"/>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2E9B473-9612-90C4-92F3-3DAB99570ABE}"/>
              </a:ext>
            </a:extLst>
          </p:cNvPr>
          <p:cNvSpPr>
            <a:spLocks noGrp="1"/>
          </p:cNvSpPr>
          <p:nvPr>
            <p:ph type="title" hasCustomPrompt="1"/>
          </p:nvPr>
        </p:nvSpPr>
        <p:spPr>
          <a:xfrm>
            <a:off x="822960" y="822960"/>
            <a:ext cx="4023360" cy="1920240"/>
          </a:xfrm>
          <a:prstGeom prst="rect">
            <a:avLst/>
          </a:prstGeom>
        </p:spPr>
        <p:txBody>
          <a:bodyPr anchor="b">
            <a:normAutofit/>
          </a:bodyPr>
          <a:lstStyle>
            <a:lvl1pPr>
              <a:defRPr sz="3200" b="1">
                <a:solidFill>
                  <a:schemeClr val="bg1"/>
                </a:solidFill>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B1119AD1-1029-1DE8-E36D-41EF92EDBFC2}"/>
              </a:ext>
            </a:extLst>
          </p:cNvPr>
          <p:cNvSpPr>
            <a:spLocks noGrp="1"/>
          </p:cNvSpPr>
          <p:nvPr>
            <p:ph idx="1"/>
          </p:nvPr>
        </p:nvSpPr>
        <p:spPr>
          <a:xfrm>
            <a:off x="822960" y="3529584"/>
            <a:ext cx="4023360" cy="1920240"/>
          </a:xfrm>
        </p:spPr>
        <p:txBody>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2">
            <a:extLst>
              <a:ext uri="{FF2B5EF4-FFF2-40B4-BE49-F238E27FC236}">
                <a16:creationId xmlns:a16="http://schemas.microsoft.com/office/drawing/2014/main" id="{E59FE3EB-4655-2339-C82A-C74B21F76556}"/>
              </a:ext>
            </a:extLst>
          </p:cNvPr>
          <p:cNvSpPr>
            <a:spLocks noGrp="1"/>
          </p:cNvSpPr>
          <p:nvPr>
            <p:ph idx="15"/>
          </p:nvPr>
        </p:nvSpPr>
        <p:spPr>
          <a:xfrm>
            <a:off x="5486400" y="822960"/>
            <a:ext cx="5861304" cy="4846320"/>
          </a:xfrm>
        </p:spPr>
        <p:txBody>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E24F3A78-F067-8639-9E61-32AE80986E08}"/>
              </a:ext>
            </a:extLst>
          </p:cNvPr>
          <p:cNvSpPr>
            <a:spLocks noGrp="1"/>
          </p:cNvSpPr>
          <p:nvPr>
            <p:ph type="pic" sz="quarter" idx="12"/>
          </p:nvPr>
        </p:nvSpPr>
        <p:spPr>
          <a:xfrm>
            <a:off x="0" y="6007608"/>
            <a:ext cx="12192000" cy="850392"/>
          </a:xfrm>
          <a:prstGeom prst="rect">
            <a:avLst/>
          </a:prstGeom>
          <a:solidFill>
            <a:schemeClr val="accent1">
              <a:lumMod val="75000"/>
            </a:schemeClr>
          </a:solidFill>
        </p:spPr>
        <p:txBody>
          <a:bodyPr wrap="square">
            <a:noAutofit/>
          </a:bodyPr>
          <a:lstStyle>
            <a:lvl1pPr marL="0" indent="0" algn="l">
              <a:buNone/>
              <a:defRPr/>
            </a:lvl1pPr>
          </a:lstStyle>
          <a:p>
            <a:r>
              <a:rPr lang="en-US"/>
              <a:t>Click icon to add picture</a:t>
            </a:r>
            <a:endParaRPr lang="en-US" dirty="0"/>
          </a:p>
        </p:txBody>
      </p:sp>
      <p:sp>
        <p:nvSpPr>
          <p:cNvPr id="2" name="Footer Placeholder 1">
            <a:extLst>
              <a:ext uri="{FF2B5EF4-FFF2-40B4-BE49-F238E27FC236}">
                <a16:creationId xmlns:a16="http://schemas.microsoft.com/office/drawing/2014/main" id="{FFD9871F-9716-E693-46E0-C82668C233AA}"/>
              </a:ext>
            </a:extLst>
          </p:cNvPr>
          <p:cNvSpPr>
            <a:spLocks noGrp="1"/>
          </p:cNvSpPr>
          <p:nvPr>
            <p:ph type="ftr" sz="quarter" idx="13"/>
          </p:nvPr>
        </p:nvSpPr>
        <p:spPr>
          <a:xfrm>
            <a:off x="173736" y="6276547"/>
            <a:ext cx="4114800" cy="365125"/>
          </a:xfrm>
          <a:prstGeom prst="rect">
            <a:avLst/>
          </a:prstGeom>
        </p:spPr>
        <p:txBody>
          <a:bodyPr/>
          <a:lstStyle>
            <a:lvl1pPr>
              <a:defRPr>
                <a:solidFill>
                  <a:schemeClr val="bg1"/>
                </a:solidFill>
              </a:defRPr>
            </a:lvl1pPr>
          </a:lstStyle>
          <a:p>
            <a:endParaRPr lang="en-US" dirty="0"/>
          </a:p>
        </p:txBody>
      </p:sp>
      <p:sp>
        <p:nvSpPr>
          <p:cNvPr id="8" name="Slide Number Placeholder 7">
            <a:extLst>
              <a:ext uri="{FF2B5EF4-FFF2-40B4-BE49-F238E27FC236}">
                <a16:creationId xmlns:a16="http://schemas.microsoft.com/office/drawing/2014/main" id="{33B6AA57-B313-9EB7-BDE7-E6B64F9104E4}"/>
              </a:ext>
            </a:extLst>
          </p:cNvPr>
          <p:cNvSpPr>
            <a:spLocks noGrp="1"/>
          </p:cNvSpPr>
          <p:nvPr>
            <p:ph type="sldNum" sz="quarter" idx="14"/>
          </p:nvPr>
        </p:nvSpPr>
        <p:spPr/>
        <p:txBody>
          <a:bodyPr/>
          <a:lstStyle>
            <a:lvl1pPr>
              <a:defRPr>
                <a:solidFill>
                  <a:schemeClr val="bg1">
                    <a:alpha val="78000"/>
                  </a:schemeClr>
                </a:solidFill>
              </a:defRPr>
            </a:lvl1pPr>
          </a:lstStyle>
          <a:p>
            <a:fld id="{8058A7CE-F400-7B46-9E16-10D36E8C32FD}" type="slidenum">
              <a:rPr lang="en-US" smtClean="0"/>
              <a:pPr/>
              <a:t>‹#›</a:t>
            </a:fld>
            <a:endParaRPr lang="en-US" dirty="0"/>
          </a:p>
        </p:txBody>
      </p:sp>
    </p:spTree>
    <p:extLst>
      <p:ext uri="{BB962C8B-B14F-4D97-AF65-F5344CB8AC3E}">
        <p14:creationId xmlns:p14="http://schemas.microsoft.com/office/powerpoint/2010/main" val="1126926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tx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74567E9-2483-C330-76B4-52F75C9504A9}"/>
              </a:ext>
            </a:extLst>
          </p:cNvPr>
          <p:cNvSpPr>
            <a:spLocks noGrp="1"/>
          </p:cNvSpPr>
          <p:nvPr>
            <p:ph type="title" hasCustomPrompt="1"/>
          </p:nvPr>
        </p:nvSpPr>
        <p:spPr>
          <a:xfrm>
            <a:off x="6812280" y="822960"/>
            <a:ext cx="4663440" cy="1920240"/>
          </a:xfrm>
          <a:prstGeom prst="rect">
            <a:avLst/>
          </a:prstGeom>
        </p:spPr>
        <p:txBody>
          <a:bodyPr anchor="b">
            <a:normAutofit/>
          </a:bodyPr>
          <a:lstStyle>
            <a:lvl1pPr>
              <a:defRPr sz="3200" b="1">
                <a:solidFill>
                  <a:schemeClr val="bg1"/>
                </a:solidFill>
                <a:latin typeface="+mj-lt"/>
              </a:defRPr>
            </a:lvl1pPr>
          </a:lstStyle>
          <a:p>
            <a:r>
              <a:rPr lang="en-US" dirty="0"/>
              <a:t>click to edit master title style</a:t>
            </a:r>
          </a:p>
        </p:txBody>
      </p:sp>
      <p:sp>
        <p:nvSpPr>
          <p:cNvPr id="9" name="Picture Placeholder 8">
            <a:extLst>
              <a:ext uri="{FF2B5EF4-FFF2-40B4-BE49-F238E27FC236}">
                <a16:creationId xmlns:a16="http://schemas.microsoft.com/office/drawing/2014/main" id="{37A5DB37-3750-510E-8CAA-D76AFD5CC5D8}"/>
              </a:ext>
            </a:extLst>
          </p:cNvPr>
          <p:cNvSpPr>
            <a:spLocks noGrp="1"/>
          </p:cNvSpPr>
          <p:nvPr>
            <p:ph type="pic" sz="quarter" idx="10"/>
          </p:nvPr>
        </p:nvSpPr>
        <p:spPr>
          <a:xfrm>
            <a:off x="0" y="0"/>
            <a:ext cx="6108192" cy="6858000"/>
          </a:xfrm>
          <a:solidFill>
            <a:schemeClr val="bg1">
              <a:lumMod val="95000"/>
            </a:schemeClr>
          </a:solidFill>
        </p:spPr>
        <p:txBody>
          <a:bodyPr anchor="ctr"/>
          <a:lstStyle>
            <a:lvl1pPr marL="0" indent="0" algn="ctr">
              <a:buNone/>
              <a:defRPr/>
            </a:lvl1pPr>
          </a:lstStyle>
          <a:p>
            <a:r>
              <a:rPr lang="en-US"/>
              <a:t>Click icon to add picture</a:t>
            </a:r>
            <a:endParaRPr lang="en-US" dirty="0"/>
          </a:p>
        </p:txBody>
      </p:sp>
      <p:sp>
        <p:nvSpPr>
          <p:cNvPr id="5" name="Content Placeholder 5">
            <a:extLst>
              <a:ext uri="{FF2B5EF4-FFF2-40B4-BE49-F238E27FC236}">
                <a16:creationId xmlns:a16="http://schemas.microsoft.com/office/drawing/2014/main" id="{71B91E2B-214A-27EB-DD9A-E9FF3D8BFBD7}"/>
              </a:ext>
            </a:extLst>
          </p:cNvPr>
          <p:cNvSpPr>
            <a:spLocks noGrp="1"/>
          </p:cNvSpPr>
          <p:nvPr>
            <p:ph sz="quarter" idx="14"/>
          </p:nvPr>
        </p:nvSpPr>
        <p:spPr>
          <a:xfrm>
            <a:off x="6812280" y="3529584"/>
            <a:ext cx="4663440" cy="2350008"/>
          </a:xfrm>
        </p:spPr>
        <p:txBody>
          <a:bodyPr/>
          <a:lstStyle>
            <a:lvl1pPr marL="285750" indent="-285750">
              <a:lnSpc>
                <a:spcPct val="90000"/>
              </a:lnSpc>
              <a:spcBef>
                <a:spcPts val="1000"/>
              </a:spcBef>
              <a:spcAft>
                <a:spcPts val="0"/>
              </a:spcAft>
              <a:buFont typeface="Arial" panose="020B0604020202020204" pitchFamily="34" charset="0"/>
              <a:buChar cha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CD0CFB59-AAC5-2429-8ABD-5C7810D2FE83}"/>
              </a:ext>
            </a:extLst>
          </p:cNvPr>
          <p:cNvSpPr>
            <a:spLocks noGrp="1"/>
          </p:cNvSpPr>
          <p:nvPr>
            <p:ph type="ftr" sz="quarter" idx="11"/>
          </p:nvPr>
        </p:nvSpPr>
        <p:spPr>
          <a:xfrm>
            <a:off x="6812280" y="6254496"/>
            <a:ext cx="4114800" cy="365125"/>
          </a:xfrm>
          <a:prstGeom prst="rect">
            <a:avLst/>
          </a:prstGeom>
        </p:spPr>
        <p:txBody>
          <a:bodyPr/>
          <a:lstStyle>
            <a:lvl1pPr>
              <a:defRPr>
                <a:solidFill>
                  <a:schemeClr val="bg1">
                    <a:alpha val="78000"/>
                  </a:schemeClr>
                </a:solidFill>
              </a:defRPr>
            </a:lvl1pPr>
          </a:lstStyle>
          <a:p>
            <a:endParaRPr lang="en-US" dirty="0"/>
          </a:p>
        </p:txBody>
      </p:sp>
      <p:sp>
        <p:nvSpPr>
          <p:cNvPr id="6" name="Slide Number Placeholder 5">
            <a:extLst>
              <a:ext uri="{FF2B5EF4-FFF2-40B4-BE49-F238E27FC236}">
                <a16:creationId xmlns:a16="http://schemas.microsoft.com/office/drawing/2014/main" id="{A4BBF308-C3AC-92A2-F532-FF8180F43036}"/>
              </a:ext>
            </a:extLst>
          </p:cNvPr>
          <p:cNvSpPr>
            <a:spLocks noGrp="1"/>
          </p:cNvSpPr>
          <p:nvPr>
            <p:ph type="sldNum" sz="quarter" idx="12"/>
          </p:nvPr>
        </p:nvSpPr>
        <p:spPr/>
        <p:txBody>
          <a:bodyPr/>
          <a:lstStyle>
            <a:lvl1pPr>
              <a:defRPr>
                <a:solidFill>
                  <a:schemeClr val="bg1">
                    <a:alpha val="78000"/>
                  </a:schemeClr>
                </a:solidFill>
              </a:defRPr>
            </a:lvl1pPr>
          </a:lstStyle>
          <a:p>
            <a:fld id="{8058A7CE-F400-7B46-9E16-10D36E8C32FD}" type="slidenum">
              <a:rPr lang="en-US" smtClean="0"/>
              <a:pPr/>
              <a:t>‹#›</a:t>
            </a:fld>
            <a:endParaRPr lang="en-US" dirty="0"/>
          </a:p>
        </p:txBody>
      </p:sp>
    </p:spTree>
    <p:extLst>
      <p:ext uri="{BB962C8B-B14F-4D97-AF65-F5344CB8AC3E}">
        <p14:creationId xmlns:p14="http://schemas.microsoft.com/office/powerpoint/2010/main" val="3565274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5">
            <a:lumMod val="50000"/>
          </a:schemeClr>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B294162-C98D-D8F6-47BD-4CE34B63F89E}"/>
              </a:ext>
            </a:extLst>
          </p:cNvPr>
          <p:cNvSpPr>
            <a:spLocks noGrp="1"/>
          </p:cNvSpPr>
          <p:nvPr>
            <p:ph type="title" hasCustomPrompt="1"/>
          </p:nvPr>
        </p:nvSpPr>
        <p:spPr>
          <a:xfrm>
            <a:off x="822960" y="1097280"/>
            <a:ext cx="10515600" cy="1645920"/>
          </a:xfrm>
          <a:prstGeom prst="rect">
            <a:avLst/>
          </a:prstGeom>
        </p:spPr>
        <p:txBody>
          <a:bodyPr anchor="b">
            <a:normAutofit/>
          </a:bodyPr>
          <a:lstStyle>
            <a:lvl1pPr>
              <a:defRPr sz="3200" b="1">
                <a:solidFill>
                  <a:schemeClr val="bg1"/>
                </a:solidFill>
                <a:latin typeface="+mj-lt"/>
              </a:defRPr>
            </a:lvl1pPr>
          </a:lstStyle>
          <a:p>
            <a:r>
              <a:rPr lang="en-US" dirty="0"/>
              <a:t>click to edit master title style</a:t>
            </a:r>
          </a:p>
        </p:txBody>
      </p:sp>
      <p:sp>
        <p:nvSpPr>
          <p:cNvPr id="4" name="Picture Placeholder 3">
            <a:extLst>
              <a:ext uri="{FF2B5EF4-FFF2-40B4-BE49-F238E27FC236}">
                <a16:creationId xmlns:a16="http://schemas.microsoft.com/office/drawing/2014/main" id="{A1BAF3EC-96ED-627A-D8DF-71B5521F8C59}"/>
              </a:ext>
            </a:extLst>
          </p:cNvPr>
          <p:cNvSpPr>
            <a:spLocks noGrp="1"/>
          </p:cNvSpPr>
          <p:nvPr>
            <p:ph type="pic" sz="quarter" idx="12"/>
          </p:nvPr>
        </p:nvSpPr>
        <p:spPr>
          <a:xfrm>
            <a:off x="0" y="-23150"/>
            <a:ext cx="12192000" cy="667512"/>
          </a:xfrm>
          <a:solidFill>
            <a:schemeClr val="accent1">
              <a:lumMod val="75000"/>
            </a:schemeClr>
          </a:solidFill>
        </p:spPr>
        <p:txBody>
          <a:bodyPr/>
          <a:lstStyle>
            <a:lvl1pPr marL="0" indent="0" algn="l">
              <a:buNone/>
              <a:defRPr sz="2000">
                <a:solidFill>
                  <a:schemeClr val="bg1"/>
                </a:solidFill>
              </a:defRPr>
            </a:lvl1pPr>
          </a:lstStyle>
          <a:p>
            <a:r>
              <a:rPr lang="en-US"/>
              <a:t>Click icon to add picture</a:t>
            </a:r>
            <a:endParaRPr lang="en-US" dirty="0"/>
          </a:p>
        </p:txBody>
      </p:sp>
      <p:sp>
        <p:nvSpPr>
          <p:cNvPr id="19" name="Content Placeholder 2">
            <a:extLst>
              <a:ext uri="{FF2B5EF4-FFF2-40B4-BE49-F238E27FC236}">
                <a16:creationId xmlns:a16="http://schemas.microsoft.com/office/drawing/2014/main" id="{EDED7F42-DE45-0982-D0EE-36467303760D}"/>
              </a:ext>
            </a:extLst>
          </p:cNvPr>
          <p:cNvSpPr>
            <a:spLocks noGrp="1"/>
          </p:cNvSpPr>
          <p:nvPr>
            <p:ph idx="1"/>
          </p:nvPr>
        </p:nvSpPr>
        <p:spPr>
          <a:xfrm>
            <a:off x="822960" y="3529584"/>
            <a:ext cx="4937760" cy="2103120"/>
          </a:xfrm>
        </p:spPr>
        <p:txBody>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Content Placeholder 5">
            <a:extLst>
              <a:ext uri="{FF2B5EF4-FFF2-40B4-BE49-F238E27FC236}">
                <a16:creationId xmlns:a16="http://schemas.microsoft.com/office/drawing/2014/main" id="{6B366AA0-2DAB-8B01-E9CA-4EFD01184AB1}"/>
              </a:ext>
            </a:extLst>
          </p:cNvPr>
          <p:cNvSpPr>
            <a:spLocks noGrp="1"/>
          </p:cNvSpPr>
          <p:nvPr>
            <p:ph sz="quarter" idx="14"/>
          </p:nvPr>
        </p:nvSpPr>
        <p:spPr>
          <a:xfrm>
            <a:off x="6400800" y="3529584"/>
            <a:ext cx="4937760" cy="2103120"/>
          </a:xfrm>
        </p:spPr>
        <p:txBody>
          <a:bodyPr/>
          <a:lstStyle>
            <a:lvl1pPr marL="0" indent="0">
              <a:lnSpc>
                <a:spcPct val="90000"/>
              </a:lnSpc>
              <a:spcBef>
                <a:spcPts val="1000"/>
              </a:spcBef>
              <a:spcAft>
                <a:spcPts val="0"/>
              </a:spcAft>
              <a:buFont typeface="Arial" panose="020B0604020202020204" pitchFamily="34" charset="0"/>
              <a:buNone/>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EC3AD13A-778C-0B94-E890-F60B86ABB584}"/>
              </a:ext>
            </a:extLst>
          </p:cNvPr>
          <p:cNvSpPr>
            <a:spLocks noGrp="1"/>
          </p:cNvSpPr>
          <p:nvPr>
            <p:ph type="ftr" sz="quarter" idx="29"/>
          </p:nvPr>
        </p:nvSpPr>
        <p:spPr>
          <a:xfrm>
            <a:off x="173736" y="6254496"/>
            <a:ext cx="4114800" cy="365125"/>
          </a:xfrm>
          <a:prstGeom prst="rect">
            <a:avLst/>
          </a:prstGeom>
        </p:spPr>
        <p:txBody>
          <a:bodyPr/>
          <a:lstStyle>
            <a:lvl1pPr>
              <a:defRPr>
                <a:solidFill>
                  <a:schemeClr val="bg1"/>
                </a:solidFill>
              </a:defRPr>
            </a:lvl1pPr>
          </a:lstStyle>
          <a:p>
            <a:endParaRPr lang="en-US" dirty="0"/>
          </a:p>
        </p:txBody>
      </p:sp>
      <p:sp>
        <p:nvSpPr>
          <p:cNvPr id="3" name="Slide Number Placeholder 2">
            <a:extLst>
              <a:ext uri="{FF2B5EF4-FFF2-40B4-BE49-F238E27FC236}">
                <a16:creationId xmlns:a16="http://schemas.microsoft.com/office/drawing/2014/main" id="{2434822A-F2F6-6134-01C8-6CB9A884CDD6}"/>
              </a:ext>
            </a:extLst>
          </p:cNvPr>
          <p:cNvSpPr>
            <a:spLocks noGrp="1"/>
          </p:cNvSpPr>
          <p:nvPr>
            <p:ph type="sldNum" sz="quarter" idx="30"/>
          </p:nvPr>
        </p:nvSpPr>
        <p:spPr/>
        <p:txBody>
          <a:bodyPr/>
          <a:lstStyle>
            <a:lvl1pPr>
              <a:defRPr>
                <a:solidFill>
                  <a:schemeClr val="bg1"/>
                </a:solidFill>
              </a:defRPr>
            </a:lvl1pPr>
          </a:lstStyle>
          <a:p>
            <a:fld id="{8058A7CE-F400-7B46-9E16-10D36E8C32FD}" type="slidenum">
              <a:rPr lang="en-US" smtClean="0"/>
              <a:pPr/>
              <a:t>‹#›</a:t>
            </a:fld>
            <a:endParaRPr lang="en-US" dirty="0"/>
          </a:p>
        </p:txBody>
      </p:sp>
    </p:spTree>
    <p:extLst>
      <p:ext uri="{BB962C8B-B14F-4D97-AF65-F5344CB8AC3E}">
        <p14:creationId xmlns:p14="http://schemas.microsoft.com/office/powerpoint/2010/main" val="41367197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2">
    <p:bg>
      <p:bgPr>
        <a:solidFill>
          <a:schemeClr val="accent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B294162-C98D-D8F6-47BD-4CE34B63F89E}"/>
              </a:ext>
            </a:extLst>
          </p:cNvPr>
          <p:cNvSpPr>
            <a:spLocks noGrp="1"/>
          </p:cNvSpPr>
          <p:nvPr>
            <p:ph type="title" hasCustomPrompt="1"/>
          </p:nvPr>
        </p:nvSpPr>
        <p:spPr>
          <a:xfrm>
            <a:off x="822960" y="1097280"/>
            <a:ext cx="10424160" cy="1645920"/>
          </a:xfrm>
          <a:prstGeom prst="rect">
            <a:avLst/>
          </a:prstGeom>
        </p:spPr>
        <p:txBody>
          <a:bodyPr anchor="b">
            <a:normAutofit/>
          </a:bodyPr>
          <a:lstStyle>
            <a:lvl1pPr>
              <a:defRPr sz="3200" b="1">
                <a:solidFill>
                  <a:schemeClr val="bg1"/>
                </a:solidFill>
                <a:latin typeface="+mj-lt"/>
              </a:defRPr>
            </a:lvl1pPr>
          </a:lstStyle>
          <a:p>
            <a:r>
              <a:rPr lang="en-US" dirty="0"/>
              <a:t>click to edit master title style</a:t>
            </a:r>
          </a:p>
        </p:txBody>
      </p:sp>
      <p:sp>
        <p:nvSpPr>
          <p:cNvPr id="4" name="Picture Placeholder 3">
            <a:extLst>
              <a:ext uri="{FF2B5EF4-FFF2-40B4-BE49-F238E27FC236}">
                <a16:creationId xmlns:a16="http://schemas.microsoft.com/office/drawing/2014/main" id="{A1BAF3EC-96ED-627A-D8DF-71B5521F8C59}"/>
              </a:ext>
            </a:extLst>
          </p:cNvPr>
          <p:cNvSpPr>
            <a:spLocks noGrp="1"/>
          </p:cNvSpPr>
          <p:nvPr>
            <p:ph type="pic" sz="quarter" idx="12"/>
          </p:nvPr>
        </p:nvSpPr>
        <p:spPr>
          <a:xfrm>
            <a:off x="0" y="0"/>
            <a:ext cx="12192000" cy="658368"/>
          </a:xfrm>
          <a:solidFill>
            <a:schemeClr val="accent2">
              <a:lumMod val="20000"/>
              <a:lumOff val="80000"/>
            </a:schemeClr>
          </a:solidFill>
        </p:spPr>
        <p:txBody>
          <a:bodyPr/>
          <a:lstStyle>
            <a:lvl1pPr marL="0" indent="0" algn="l">
              <a:buNone/>
              <a:defRPr sz="1800"/>
            </a:lvl1pPr>
          </a:lstStyle>
          <a:p>
            <a:r>
              <a:rPr lang="en-US"/>
              <a:t>Click icon to add picture</a:t>
            </a:r>
            <a:endParaRPr lang="en-US" dirty="0"/>
          </a:p>
        </p:txBody>
      </p:sp>
      <p:sp>
        <p:nvSpPr>
          <p:cNvPr id="8" name="Content Placeholder 2">
            <a:extLst>
              <a:ext uri="{FF2B5EF4-FFF2-40B4-BE49-F238E27FC236}">
                <a16:creationId xmlns:a16="http://schemas.microsoft.com/office/drawing/2014/main" id="{9ADC6F7A-27D8-EC45-FC60-C8858243DDB0}"/>
              </a:ext>
            </a:extLst>
          </p:cNvPr>
          <p:cNvSpPr>
            <a:spLocks noGrp="1"/>
          </p:cNvSpPr>
          <p:nvPr>
            <p:ph idx="1"/>
          </p:nvPr>
        </p:nvSpPr>
        <p:spPr>
          <a:xfrm>
            <a:off x="822960" y="3529584"/>
            <a:ext cx="3200400" cy="2286000"/>
          </a:xfrm>
        </p:spPr>
        <p:txBody>
          <a:bodyPr/>
          <a:lstStyle>
            <a:lvl1pPr marL="285750" indent="-285750">
              <a:buFont typeface="Arial" panose="020B0604020202020204" pitchFamily="34" charset="0"/>
              <a:buChar cha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5">
            <a:extLst>
              <a:ext uri="{FF2B5EF4-FFF2-40B4-BE49-F238E27FC236}">
                <a16:creationId xmlns:a16="http://schemas.microsoft.com/office/drawing/2014/main" id="{2EA7E2BE-086F-5B51-B0E9-BDC91DF14B7B}"/>
              </a:ext>
            </a:extLst>
          </p:cNvPr>
          <p:cNvSpPr>
            <a:spLocks noGrp="1"/>
          </p:cNvSpPr>
          <p:nvPr>
            <p:ph sz="quarter" idx="15"/>
          </p:nvPr>
        </p:nvSpPr>
        <p:spPr>
          <a:xfrm>
            <a:off x="4261104" y="3529584"/>
            <a:ext cx="6986016" cy="2231136"/>
          </a:xfrm>
        </p:spPr>
        <p:txBody>
          <a:bodyPr/>
          <a:lstStyle>
            <a:lvl1pPr marL="0" indent="0">
              <a:lnSpc>
                <a:spcPct val="90000"/>
              </a:lnSpc>
              <a:spcBef>
                <a:spcPts val="1000"/>
              </a:spcBef>
              <a:spcAft>
                <a:spcPts val="0"/>
              </a:spcAft>
              <a:buFont typeface="Arial" panose="020B0604020202020204" pitchFamily="34" charset="0"/>
              <a:buNone/>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5C83E49A-BDF1-7E34-30FE-A4A45160F7AB}"/>
              </a:ext>
            </a:extLst>
          </p:cNvPr>
          <p:cNvSpPr>
            <a:spLocks noGrp="1"/>
          </p:cNvSpPr>
          <p:nvPr>
            <p:ph type="ftr" sz="quarter" idx="13"/>
          </p:nvPr>
        </p:nvSpPr>
        <p:spPr>
          <a:xfrm>
            <a:off x="173736" y="6254496"/>
            <a:ext cx="4114800" cy="365125"/>
          </a:xfrm>
          <a:prstGeom prst="rect">
            <a:avLst/>
          </a:prstGeom>
        </p:spPr>
        <p:txBody>
          <a:bodyPr/>
          <a:lstStyle>
            <a:lvl1pPr>
              <a:defRPr>
                <a:solidFill>
                  <a:schemeClr val="bg1">
                    <a:alpha val="78000"/>
                  </a:schemeClr>
                </a:solidFill>
              </a:defRPr>
            </a:lvl1pPr>
          </a:lstStyle>
          <a:p>
            <a:endParaRPr lang="en-US" dirty="0"/>
          </a:p>
        </p:txBody>
      </p:sp>
      <p:sp>
        <p:nvSpPr>
          <p:cNvPr id="6" name="Slide Number Placeholder 5">
            <a:extLst>
              <a:ext uri="{FF2B5EF4-FFF2-40B4-BE49-F238E27FC236}">
                <a16:creationId xmlns:a16="http://schemas.microsoft.com/office/drawing/2014/main" id="{CE10355B-1B69-AD49-6AB0-3D194609B2F5}"/>
              </a:ext>
            </a:extLst>
          </p:cNvPr>
          <p:cNvSpPr>
            <a:spLocks noGrp="1"/>
          </p:cNvSpPr>
          <p:nvPr>
            <p:ph type="sldNum" sz="quarter" idx="14"/>
          </p:nvPr>
        </p:nvSpPr>
        <p:spPr/>
        <p:txBody>
          <a:bodyPr/>
          <a:lstStyle>
            <a:lvl1pPr>
              <a:defRPr>
                <a:solidFill>
                  <a:schemeClr val="bg1">
                    <a:alpha val="78000"/>
                  </a:schemeClr>
                </a:solidFill>
              </a:defRPr>
            </a:lvl1pPr>
          </a:lstStyle>
          <a:p>
            <a:fld id="{8058A7CE-F400-7B46-9E16-10D36E8C32FD}" type="slidenum">
              <a:rPr lang="en-US" smtClean="0"/>
              <a:pPr/>
              <a:t>‹#›</a:t>
            </a:fld>
            <a:endParaRPr lang="en-US" dirty="0"/>
          </a:p>
        </p:txBody>
      </p:sp>
    </p:spTree>
    <p:extLst>
      <p:ext uri="{BB962C8B-B14F-4D97-AF65-F5344CB8AC3E}">
        <p14:creationId xmlns:p14="http://schemas.microsoft.com/office/powerpoint/2010/main" val="4189783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tx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B294162-C98D-D8F6-47BD-4CE34B63F89E}"/>
              </a:ext>
            </a:extLst>
          </p:cNvPr>
          <p:cNvSpPr>
            <a:spLocks noGrp="1"/>
          </p:cNvSpPr>
          <p:nvPr>
            <p:ph type="title" hasCustomPrompt="1"/>
          </p:nvPr>
        </p:nvSpPr>
        <p:spPr>
          <a:xfrm>
            <a:off x="822960" y="1097280"/>
            <a:ext cx="10424160" cy="1645920"/>
          </a:xfrm>
          <a:prstGeom prst="rect">
            <a:avLst/>
          </a:prstGeom>
        </p:spPr>
        <p:txBody>
          <a:bodyPr anchor="b">
            <a:normAutofit/>
          </a:bodyPr>
          <a:lstStyle>
            <a:lvl1pPr>
              <a:defRPr sz="3200" b="1">
                <a:solidFill>
                  <a:schemeClr val="bg1"/>
                </a:solidFill>
                <a:latin typeface="+mj-lt"/>
              </a:defRPr>
            </a:lvl1pPr>
          </a:lstStyle>
          <a:p>
            <a:r>
              <a:rPr lang="en-US" dirty="0"/>
              <a:t>click to edit master title style</a:t>
            </a:r>
          </a:p>
        </p:txBody>
      </p:sp>
      <p:sp>
        <p:nvSpPr>
          <p:cNvPr id="4" name="Picture Placeholder 3">
            <a:extLst>
              <a:ext uri="{FF2B5EF4-FFF2-40B4-BE49-F238E27FC236}">
                <a16:creationId xmlns:a16="http://schemas.microsoft.com/office/drawing/2014/main" id="{A1BAF3EC-96ED-627A-D8DF-71B5521F8C59}"/>
              </a:ext>
            </a:extLst>
          </p:cNvPr>
          <p:cNvSpPr>
            <a:spLocks noGrp="1"/>
          </p:cNvSpPr>
          <p:nvPr>
            <p:ph type="pic" sz="quarter" idx="12"/>
          </p:nvPr>
        </p:nvSpPr>
        <p:spPr>
          <a:xfrm>
            <a:off x="0" y="0"/>
            <a:ext cx="12192000" cy="658368"/>
          </a:xfrm>
          <a:solidFill>
            <a:schemeClr val="accent1">
              <a:lumMod val="75000"/>
            </a:schemeClr>
          </a:solidFill>
        </p:spPr>
        <p:txBody>
          <a:bodyPr/>
          <a:lstStyle>
            <a:lvl1pPr marL="0" indent="0" algn="ctr">
              <a:buNone/>
              <a:defRPr/>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B1119AD1-1029-1DE8-E36D-41EF92EDBFC2}"/>
              </a:ext>
            </a:extLst>
          </p:cNvPr>
          <p:cNvSpPr>
            <a:spLocks noGrp="1"/>
          </p:cNvSpPr>
          <p:nvPr>
            <p:ph idx="1"/>
          </p:nvPr>
        </p:nvSpPr>
        <p:spPr>
          <a:xfrm>
            <a:off x="914400" y="3529584"/>
            <a:ext cx="10360152" cy="2231136"/>
          </a:xfrm>
        </p:spPr>
        <p:txBody>
          <a:bodyPr/>
          <a:lstStyle>
            <a:lvl1pPr>
              <a:defRPr sz="16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5C83E49A-BDF1-7E34-30FE-A4A45160F7AB}"/>
              </a:ext>
            </a:extLst>
          </p:cNvPr>
          <p:cNvSpPr>
            <a:spLocks noGrp="1"/>
          </p:cNvSpPr>
          <p:nvPr>
            <p:ph type="ftr" sz="quarter" idx="13"/>
          </p:nvPr>
        </p:nvSpPr>
        <p:spPr>
          <a:xfrm>
            <a:off x="173736" y="6254496"/>
            <a:ext cx="4114800" cy="365125"/>
          </a:xfrm>
          <a:prstGeom prst="rect">
            <a:avLst/>
          </a:prstGeom>
        </p:spPr>
        <p:txBody>
          <a:bodyPr/>
          <a:lstStyle>
            <a:lvl1pPr>
              <a:defRPr>
                <a:solidFill>
                  <a:schemeClr val="bg1">
                    <a:alpha val="78000"/>
                  </a:schemeClr>
                </a:solidFill>
              </a:defRPr>
            </a:lvl1pPr>
          </a:lstStyle>
          <a:p>
            <a:endParaRPr lang="en-US" dirty="0"/>
          </a:p>
        </p:txBody>
      </p:sp>
      <p:sp>
        <p:nvSpPr>
          <p:cNvPr id="6" name="Slide Number Placeholder 5">
            <a:extLst>
              <a:ext uri="{FF2B5EF4-FFF2-40B4-BE49-F238E27FC236}">
                <a16:creationId xmlns:a16="http://schemas.microsoft.com/office/drawing/2014/main" id="{CE10355B-1B69-AD49-6AB0-3D194609B2F5}"/>
              </a:ext>
            </a:extLst>
          </p:cNvPr>
          <p:cNvSpPr>
            <a:spLocks noGrp="1"/>
          </p:cNvSpPr>
          <p:nvPr>
            <p:ph type="sldNum" sz="quarter" idx="14"/>
          </p:nvPr>
        </p:nvSpPr>
        <p:spPr/>
        <p:txBody>
          <a:bodyPr/>
          <a:lstStyle>
            <a:lvl1pPr>
              <a:defRPr>
                <a:solidFill>
                  <a:schemeClr val="bg1">
                    <a:alpha val="78000"/>
                  </a:schemeClr>
                </a:solidFill>
              </a:defRPr>
            </a:lvl1pPr>
          </a:lstStyle>
          <a:p>
            <a:fld id="{8058A7CE-F400-7B46-9E16-10D36E8C32FD}" type="slidenum">
              <a:rPr lang="en-US" smtClean="0"/>
              <a:pPr/>
              <a:t>‹#›</a:t>
            </a:fld>
            <a:endParaRPr lang="en-US" dirty="0"/>
          </a:p>
        </p:txBody>
      </p:sp>
    </p:spTree>
    <p:extLst>
      <p:ext uri="{BB962C8B-B14F-4D97-AF65-F5344CB8AC3E}">
        <p14:creationId xmlns:p14="http://schemas.microsoft.com/office/powerpoint/2010/main" val="19093479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74567E9-2483-C330-76B4-52F75C9504A9}"/>
              </a:ext>
            </a:extLst>
          </p:cNvPr>
          <p:cNvSpPr>
            <a:spLocks noGrp="1"/>
          </p:cNvSpPr>
          <p:nvPr>
            <p:ph type="title" hasCustomPrompt="1"/>
          </p:nvPr>
        </p:nvSpPr>
        <p:spPr>
          <a:xfrm>
            <a:off x="4370832" y="822960"/>
            <a:ext cx="7040880" cy="5212080"/>
          </a:xfrm>
          <a:prstGeom prst="rect">
            <a:avLst/>
          </a:prstGeom>
        </p:spPr>
        <p:txBody>
          <a:bodyPr anchor="ctr">
            <a:normAutofit/>
          </a:bodyPr>
          <a:lstStyle>
            <a:lvl1pPr>
              <a:defRPr sz="6000" b="1" cap="all" baseline="0">
                <a:solidFill>
                  <a:schemeClr val="tx2"/>
                </a:solidFill>
                <a:latin typeface="+mj-lt"/>
              </a:defRPr>
            </a:lvl1pPr>
          </a:lstStyle>
          <a:p>
            <a:r>
              <a:rPr lang="en-US" dirty="0"/>
              <a:t>click to edit master title style</a:t>
            </a:r>
          </a:p>
        </p:txBody>
      </p:sp>
      <p:sp>
        <p:nvSpPr>
          <p:cNvPr id="9" name="Picture Placeholder 8">
            <a:extLst>
              <a:ext uri="{FF2B5EF4-FFF2-40B4-BE49-F238E27FC236}">
                <a16:creationId xmlns:a16="http://schemas.microsoft.com/office/drawing/2014/main" id="{37A5DB37-3750-510E-8CAA-D76AFD5CC5D8}"/>
              </a:ext>
            </a:extLst>
          </p:cNvPr>
          <p:cNvSpPr>
            <a:spLocks noGrp="1"/>
          </p:cNvSpPr>
          <p:nvPr>
            <p:ph type="pic" sz="quarter" idx="10"/>
          </p:nvPr>
        </p:nvSpPr>
        <p:spPr>
          <a:xfrm>
            <a:off x="0" y="0"/>
            <a:ext cx="4133088" cy="6858000"/>
          </a:xfrm>
          <a:noFill/>
        </p:spPr>
        <p:txBody>
          <a:bodyPr anchor="ctr"/>
          <a:lstStyle>
            <a:lvl1pPr marL="0" indent="0" algn="ctr">
              <a:buNone/>
              <a:defRPr/>
            </a:lvl1pPr>
          </a:lstStyle>
          <a:p>
            <a:r>
              <a:rPr lang="en-US"/>
              <a:t>Click icon to add picture</a:t>
            </a:r>
            <a:endParaRPr lang="en-US" dirty="0"/>
          </a:p>
        </p:txBody>
      </p:sp>
    </p:spTree>
    <p:extLst>
      <p:ext uri="{BB962C8B-B14F-4D97-AF65-F5344CB8AC3E}">
        <p14:creationId xmlns:p14="http://schemas.microsoft.com/office/powerpoint/2010/main" val="804375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accent5">
            <a:lumMod val="50000"/>
          </a:schemeClr>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B294162-C98D-D8F6-47BD-4CE34B63F89E}"/>
              </a:ext>
            </a:extLst>
          </p:cNvPr>
          <p:cNvSpPr>
            <a:spLocks noGrp="1"/>
          </p:cNvSpPr>
          <p:nvPr>
            <p:ph type="title" hasCustomPrompt="1"/>
          </p:nvPr>
        </p:nvSpPr>
        <p:spPr>
          <a:xfrm>
            <a:off x="822960" y="1097280"/>
            <a:ext cx="10515600" cy="1645920"/>
          </a:xfrm>
          <a:prstGeom prst="rect">
            <a:avLst/>
          </a:prstGeom>
        </p:spPr>
        <p:txBody>
          <a:bodyPr anchor="b">
            <a:normAutofit/>
          </a:bodyPr>
          <a:lstStyle>
            <a:lvl1pPr>
              <a:defRPr sz="3200" b="1">
                <a:solidFill>
                  <a:schemeClr val="bg1"/>
                </a:solidFill>
                <a:latin typeface="+mj-lt"/>
              </a:defRPr>
            </a:lvl1pPr>
          </a:lstStyle>
          <a:p>
            <a:r>
              <a:rPr lang="en-US" dirty="0"/>
              <a:t>click to edit master title style</a:t>
            </a:r>
          </a:p>
        </p:txBody>
      </p:sp>
      <p:sp>
        <p:nvSpPr>
          <p:cNvPr id="4" name="Picture Placeholder 3">
            <a:extLst>
              <a:ext uri="{FF2B5EF4-FFF2-40B4-BE49-F238E27FC236}">
                <a16:creationId xmlns:a16="http://schemas.microsoft.com/office/drawing/2014/main" id="{A1BAF3EC-96ED-627A-D8DF-71B5521F8C59}"/>
              </a:ext>
            </a:extLst>
          </p:cNvPr>
          <p:cNvSpPr>
            <a:spLocks noGrp="1"/>
          </p:cNvSpPr>
          <p:nvPr>
            <p:ph type="pic" sz="quarter" idx="12"/>
          </p:nvPr>
        </p:nvSpPr>
        <p:spPr>
          <a:xfrm>
            <a:off x="0" y="-23150"/>
            <a:ext cx="12192000" cy="850392"/>
          </a:xfrm>
          <a:solidFill>
            <a:schemeClr val="accent1">
              <a:lumMod val="75000"/>
            </a:schemeClr>
          </a:solidFill>
        </p:spPr>
        <p:txBody>
          <a:bodyPr/>
          <a:lstStyle>
            <a:lvl1pPr marL="0" indent="0" algn="l">
              <a:buNone/>
              <a:defRPr sz="2000">
                <a:solidFill>
                  <a:schemeClr val="bg1"/>
                </a:solidFill>
              </a:defRPr>
            </a:lvl1pPr>
          </a:lstStyle>
          <a:p>
            <a:r>
              <a:rPr lang="en-US"/>
              <a:t>Click icon to add picture</a:t>
            </a:r>
            <a:endParaRPr lang="en-US" dirty="0"/>
          </a:p>
        </p:txBody>
      </p:sp>
      <p:sp>
        <p:nvSpPr>
          <p:cNvPr id="19" name="Content Placeholder 2">
            <a:extLst>
              <a:ext uri="{FF2B5EF4-FFF2-40B4-BE49-F238E27FC236}">
                <a16:creationId xmlns:a16="http://schemas.microsoft.com/office/drawing/2014/main" id="{EDED7F42-DE45-0982-D0EE-36467303760D}"/>
              </a:ext>
            </a:extLst>
          </p:cNvPr>
          <p:cNvSpPr>
            <a:spLocks noGrp="1"/>
          </p:cNvSpPr>
          <p:nvPr>
            <p:ph idx="1"/>
          </p:nvPr>
        </p:nvSpPr>
        <p:spPr>
          <a:xfrm>
            <a:off x="822960" y="3529584"/>
            <a:ext cx="7114032" cy="2103120"/>
          </a:xfrm>
        </p:spPr>
        <p:txBody>
          <a:bodyPr/>
          <a:lstStyle>
            <a:lvl1pPr marL="342900" indent="-342900">
              <a:buFont typeface="+mj-lt"/>
              <a:buAutoNum type="arabicPeriod"/>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Content Placeholder 5">
            <a:extLst>
              <a:ext uri="{FF2B5EF4-FFF2-40B4-BE49-F238E27FC236}">
                <a16:creationId xmlns:a16="http://schemas.microsoft.com/office/drawing/2014/main" id="{6B366AA0-2DAB-8B01-E9CA-4EFD01184AB1}"/>
              </a:ext>
            </a:extLst>
          </p:cNvPr>
          <p:cNvSpPr>
            <a:spLocks noGrp="1"/>
          </p:cNvSpPr>
          <p:nvPr>
            <p:ph sz="quarter" idx="14"/>
          </p:nvPr>
        </p:nvSpPr>
        <p:spPr>
          <a:xfrm>
            <a:off x="8321040" y="3529584"/>
            <a:ext cx="3017520" cy="2103120"/>
          </a:xfrm>
        </p:spPr>
        <p:txBody>
          <a:bodyPr/>
          <a:lstStyle>
            <a:lvl1pPr marL="0" indent="0" algn="ctr">
              <a:lnSpc>
                <a:spcPct val="90000"/>
              </a:lnSpc>
              <a:spcBef>
                <a:spcPts val="1000"/>
              </a:spcBef>
              <a:spcAft>
                <a:spcPts val="0"/>
              </a:spcAft>
              <a:buFont typeface="Arial" panose="020B0604020202020204" pitchFamily="34" charset="0"/>
              <a:buNone/>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EC3AD13A-778C-0B94-E890-F60B86ABB584}"/>
              </a:ext>
            </a:extLst>
          </p:cNvPr>
          <p:cNvSpPr>
            <a:spLocks noGrp="1"/>
          </p:cNvSpPr>
          <p:nvPr>
            <p:ph type="ftr" sz="quarter" idx="29"/>
          </p:nvPr>
        </p:nvSpPr>
        <p:spPr>
          <a:xfrm>
            <a:off x="173736" y="6254496"/>
            <a:ext cx="4114800" cy="365125"/>
          </a:xfrm>
          <a:prstGeom prst="rect">
            <a:avLst/>
          </a:prstGeom>
        </p:spPr>
        <p:txBody>
          <a:bodyPr/>
          <a:lstStyle>
            <a:lvl1pPr>
              <a:defRPr>
                <a:solidFill>
                  <a:schemeClr val="bg1"/>
                </a:solidFill>
              </a:defRPr>
            </a:lvl1pPr>
          </a:lstStyle>
          <a:p>
            <a:endParaRPr lang="en-US" dirty="0"/>
          </a:p>
        </p:txBody>
      </p:sp>
      <p:sp>
        <p:nvSpPr>
          <p:cNvPr id="3" name="Slide Number Placeholder 2">
            <a:extLst>
              <a:ext uri="{FF2B5EF4-FFF2-40B4-BE49-F238E27FC236}">
                <a16:creationId xmlns:a16="http://schemas.microsoft.com/office/drawing/2014/main" id="{2434822A-F2F6-6134-01C8-6CB9A884CDD6}"/>
              </a:ext>
            </a:extLst>
          </p:cNvPr>
          <p:cNvSpPr>
            <a:spLocks noGrp="1"/>
          </p:cNvSpPr>
          <p:nvPr>
            <p:ph type="sldNum" sz="quarter" idx="30"/>
          </p:nvPr>
        </p:nvSpPr>
        <p:spPr/>
        <p:txBody>
          <a:bodyPr/>
          <a:lstStyle>
            <a:lvl1pPr>
              <a:defRPr>
                <a:solidFill>
                  <a:schemeClr val="bg1"/>
                </a:solidFill>
              </a:defRPr>
            </a:lvl1pPr>
          </a:lstStyle>
          <a:p>
            <a:fld id="{8058A7CE-F400-7B46-9E16-10D36E8C32FD}" type="slidenum">
              <a:rPr lang="en-US" smtClean="0"/>
              <a:pPr/>
              <a:t>‹#›</a:t>
            </a:fld>
            <a:endParaRPr lang="en-US" dirty="0"/>
          </a:p>
        </p:txBody>
      </p:sp>
    </p:spTree>
    <p:extLst>
      <p:ext uri="{BB962C8B-B14F-4D97-AF65-F5344CB8AC3E}">
        <p14:creationId xmlns:p14="http://schemas.microsoft.com/office/powerpoint/2010/main" val="29447106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4"/>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B294162-C98D-D8F6-47BD-4CE34B63F89E}"/>
              </a:ext>
            </a:extLst>
          </p:cNvPr>
          <p:cNvSpPr>
            <a:spLocks noGrp="1"/>
          </p:cNvSpPr>
          <p:nvPr>
            <p:ph type="title" hasCustomPrompt="1"/>
          </p:nvPr>
        </p:nvSpPr>
        <p:spPr>
          <a:xfrm>
            <a:off x="822960" y="822960"/>
            <a:ext cx="6126480" cy="1920240"/>
          </a:xfrm>
          <a:prstGeom prst="rect">
            <a:avLst/>
          </a:prstGeom>
        </p:spPr>
        <p:txBody>
          <a:bodyPr anchor="b">
            <a:normAutofit/>
          </a:bodyPr>
          <a:lstStyle>
            <a:lvl1pPr>
              <a:defRPr sz="3200" b="1">
                <a:solidFill>
                  <a:schemeClr val="bg1"/>
                </a:solidFill>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B1119AD1-1029-1DE8-E36D-41EF92EDBFC2}"/>
              </a:ext>
            </a:extLst>
          </p:cNvPr>
          <p:cNvSpPr>
            <a:spLocks noGrp="1"/>
          </p:cNvSpPr>
          <p:nvPr>
            <p:ph idx="1"/>
          </p:nvPr>
        </p:nvSpPr>
        <p:spPr>
          <a:xfrm>
            <a:off x="7242048" y="822960"/>
            <a:ext cx="4069080" cy="1901952"/>
          </a:xfrm>
        </p:spPr>
        <p:txBody>
          <a:bodyPr/>
          <a:lstStyle>
            <a:lvl1pPr marL="0" indent="0">
              <a:lnSpc>
                <a:spcPct val="150000"/>
              </a:lnSpc>
              <a:spcBef>
                <a:spcPts val="0"/>
              </a:spcBef>
              <a:spcAft>
                <a:spcPts val="600"/>
              </a:spcAft>
              <a:buNone/>
              <a:defRPr sz="1800">
                <a:solidFill>
                  <a:schemeClr val="bg1"/>
                </a:solidFill>
              </a:defRPr>
            </a:lvl1pPr>
            <a:lvl2pPr marL="283464">
              <a:defRPr sz="1600">
                <a:solidFill>
                  <a:schemeClr val="bg1"/>
                </a:solidFill>
              </a:defRPr>
            </a:lvl2pPr>
            <a:lvl3pPr marL="566928">
              <a:defRPr sz="1400">
                <a:solidFill>
                  <a:schemeClr val="bg1"/>
                </a:solidFill>
              </a:defRPr>
            </a:lvl3pPr>
            <a:lvl4pPr marL="859536">
              <a:defRPr sz="1200">
                <a:solidFill>
                  <a:schemeClr val="bg1"/>
                </a:solidFill>
              </a:defRPr>
            </a:lvl4pPr>
            <a:lvl5pPr marL="1152144">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8">
            <a:extLst>
              <a:ext uri="{FF2B5EF4-FFF2-40B4-BE49-F238E27FC236}">
                <a16:creationId xmlns:a16="http://schemas.microsoft.com/office/drawing/2014/main" id="{CFC01E54-865D-1B08-43CC-2D0128CECDAE}"/>
              </a:ext>
            </a:extLst>
          </p:cNvPr>
          <p:cNvSpPr>
            <a:spLocks noGrp="1"/>
          </p:cNvSpPr>
          <p:nvPr>
            <p:ph type="pic" sz="quarter" idx="10"/>
          </p:nvPr>
        </p:nvSpPr>
        <p:spPr>
          <a:xfrm>
            <a:off x="0" y="3557016"/>
            <a:ext cx="12192000" cy="3300984"/>
          </a:xfrm>
          <a:solidFill>
            <a:schemeClr val="accent4">
              <a:lumMod val="75000"/>
            </a:schemeClr>
          </a:solidFill>
        </p:spPr>
        <p:txBody>
          <a:bodyPr anchor="ctr"/>
          <a:lstStyle>
            <a:lvl1pPr marL="0" indent="0" algn="ctr">
              <a:buNone/>
              <a:defRPr>
                <a:solidFill>
                  <a:schemeClr val="bg1"/>
                </a:solidFill>
              </a:defRPr>
            </a:lvl1pPr>
          </a:lstStyle>
          <a:p>
            <a:r>
              <a:rPr lang="en-US"/>
              <a:t>Click icon to add picture</a:t>
            </a:r>
            <a:endParaRPr lang="en-US" dirty="0"/>
          </a:p>
        </p:txBody>
      </p:sp>
      <p:sp>
        <p:nvSpPr>
          <p:cNvPr id="2" name="Footer Placeholder 1">
            <a:extLst>
              <a:ext uri="{FF2B5EF4-FFF2-40B4-BE49-F238E27FC236}">
                <a16:creationId xmlns:a16="http://schemas.microsoft.com/office/drawing/2014/main" id="{72422ED3-8684-C41B-4675-BBDC2C8E5B5B}"/>
              </a:ext>
            </a:extLst>
          </p:cNvPr>
          <p:cNvSpPr>
            <a:spLocks noGrp="1"/>
          </p:cNvSpPr>
          <p:nvPr>
            <p:ph type="ftr" sz="quarter" idx="13"/>
          </p:nvPr>
        </p:nvSpPr>
        <p:spPr>
          <a:xfrm>
            <a:off x="173736" y="6254496"/>
            <a:ext cx="4114800" cy="365125"/>
          </a:xfrm>
          <a:prstGeom prst="rect">
            <a:avLst/>
          </a:prstGeom>
        </p:spPr>
        <p:txBody>
          <a:bodyPr/>
          <a:lstStyle>
            <a:lvl1pPr>
              <a:defRPr>
                <a:solidFill>
                  <a:schemeClr val="bg1">
                    <a:alpha val="78000"/>
                  </a:schemeClr>
                </a:solidFill>
              </a:defRPr>
            </a:lvl1pPr>
          </a:lstStyle>
          <a:p>
            <a:endParaRPr lang="en-US" dirty="0"/>
          </a:p>
        </p:txBody>
      </p:sp>
      <p:sp>
        <p:nvSpPr>
          <p:cNvPr id="9" name="Slide Number Placeholder 8">
            <a:extLst>
              <a:ext uri="{FF2B5EF4-FFF2-40B4-BE49-F238E27FC236}">
                <a16:creationId xmlns:a16="http://schemas.microsoft.com/office/drawing/2014/main" id="{F9CE6B05-7A34-DD4C-91AD-29F26B6F9CF5}"/>
              </a:ext>
            </a:extLst>
          </p:cNvPr>
          <p:cNvSpPr>
            <a:spLocks noGrp="1"/>
          </p:cNvSpPr>
          <p:nvPr>
            <p:ph type="sldNum" sz="quarter" idx="14"/>
          </p:nvPr>
        </p:nvSpPr>
        <p:spPr/>
        <p:txBody>
          <a:bodyPr/>
          <a:lstStyle>
            <a:lvl1pPr>
              <a:defRPr>
                <a:solidFill>
                  <a:schemeClr val="bg1">
                    <a:alpha val="78000"/>
                  </a:schemeClr>
                </a:solidFill>
              </a:defRPr>
            </a:lvl1pPr>
          </a:lstStyle>
          <a:p>
            <a:fld id="{8058A7CE-F400-7B46-9E16-10D36E8C32FD}" type="slidenum">
              <a:rPr lang="en-US" smtClean="0"/>
              <a:pPr/>
              <a:t>‹#›</a:t>
            </a:fld>
            <a:endParaRPr lang="en-US" dirty="0"/>
          </a:p>
        </p:txBody>
      </p:sp>
    </p:spTree>
    <p:extLst>
      <p:ext uri="{BB962C8B-B14F-4D97-AF65-F5344CB8AC3E}">
        <p14:creationId xmlns:p14="http://schemas.microsoft.com/office/powerpoint/2010/main" val="2126236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51F663A-C2C8-12B2-AE7C-318452D5FE6F}"/>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0AFBFC1D-3B9C-EFD1-A014-1F648ADDBD70}"/>
              </a:ext>
            </a:extLst>
          </p:cNvPr>
          <p:cNvSpPr>
            <a:spLocks noGrp="1"/>
          </p:cNvSpPr>
          <p:nvPr>
            <p:ph type="sldNum" sz="quarter" idx="4"/>
          </p:nvPr>
        </p:nvSpPr>
        <p:spPr>
          <a:xfrm>
            <a:off x="11347704" y="6181344"/>
            <a:ext cx="670560" cy="676656"/>
          </a:xfrm>
          <a:prstGeom prst="rect">
            <a:avLst/>
          </a:prstGeom>
        </p:spPr>
        <p:txBody>
          <a:bodyPr vert="horz" lIns="91440" tIns="45720" rIns="91440" bIns="45720" rtlCol="0" anchor="ctr">
            <a:noAutofit/>
          </a:bodyPr>
          <a:lstStyle>
            <a:lvl1pPr algn="ctr">
              <a:defRPr sz="1200" b="0">
                <a:solidFill>
                  <a:schemeClr val="tx1">
                    <a:alpha val="78000"/>
                  </a:schemeClr>
                </a:solidFill>
              </a:defRPr>
            </a:lvl1pPr>
          </a:lstStyle>
          <a:p>
            <a:fld id="{8058A7CE-F400-7B46-9E16-10D36E8C32FD}" type="slidenum">
              <a:rPr lang="en-US" smtClean="0"/>
              <a:pPr/>
              <a:t>‹#›</a:t>
            </a:fld>
            <a:endParaRPr lang="en-US" dirty="0"/>
          </a:p>
        </p:txBody>
      </p:sp>
      <p:sp>
        <p:nvSpPr>
          <p:cNvPr id="4" name="Title Placeholder 3">
            <a:extLst>
              <a:ext uri="{FF2B5EF4-FFF2-40B4-BE49-F238E27FC236}">
                <a16:creationId xmlns:a16="http://schemas.microsoft.com/office/drawing/2014/main" id="{B6EF3F5B-2BD7-A240-5E66-C3D2B092B8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2" name="Footer Placeholder 1">
            <a:extLst>
              <a:ext uri="{FF2B5EF4-FFF2-40B4-BE49-F238E27FC236}">
                <a16:creationId xmlns:a16="http://schemas.microsoft.com/office/drawing/2014/main" id="{6F9A4BCD-3A82-7BB7-3BDC-2B533BA405AF}"/>
              </a:ext>
            </a:extLst>
          </p:cNvPr>
          <p:cNvSpPr>
            <a:spLocks noGrp="1"/>
          </p:cNvSpPr>
          <p:nvPr>
            <p:ph type="ftr" sz="quarter" idx="3"/>
          </p:nvPr>
        </p:nvSpPr>
        <p:spPr>
          <a:xfrm>
            <a:off x="838200" y="6356350"/>
            <a:ext cx="41148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dirty="0"/>
          </a:p>
        </p:txBody>
      </p:sp>
    </p:spTree>
    <p:extLst>
      <p:ext uri="{BB962C8B-B14F-4D97-AF65-F5344CB8AC3E}">
        <p14:creationId xmlns:p14="http://schemas.microsoft.com/office/powerpoint/2010/main" val="87510906"/>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3" r:id="rId4"/>
    <p:sldLayoutId id="2147483669" r:id="rId5"/>
    <p:sldLayoutId id="2147483666" r:id="rId6"/>
    <p:sldLayoutId id="2147483661" r:id="rId7"/>
    <p:sldLayoutId id="2147483667" r:id="rId8"/>
    <p:sldLayoutId id="2147483670" r:id="rId9"/>
    <p:sldLayoutId id="2147483663" r:id="rId10"/>
    <p:sldLayoutId id="2147483671" r:id="rId11"/>
    <p:sldLayoutId id="2147483672" r:id="rId12"/>
    <p:sldLayoutId id="2147483664" r:id="rId13"/>
  </p:sldLayoutIdLst>
  <p:hf sldNum="0" hdr="0" ftr="0" dt="0"/>
  <p:txStyles>
    <p:titleStyle>
      <a:lvl1pPr algn="l" defTabSz="914400" rtl="0" eaLnBrk="1" latinLnBrk="0" hangingPunct="1">
        <a:lnSpc>
          <a:spcPct val="90000"/>
        </a:lnSpc>
        <a:spcBef>
          <a:spcPct val="0"/>
        </a:spcBef>
        <a:buNone/>
        <a:defRPr sz="4400" kern="1200">
          <a:solidFill>
            <a:schemeClr val="tx2"/>
          </a:solidFill>
          <a:latin typeface="+mj-lt"/>
          <a:ea typeface="+mj-ea"/>
          <a:cs typeface="+mj-cs"/>
        </a:defRPr>
      </a:lvl1pPr>
    </p:titleStyle>
    <p:bodyStyle>
      <a:lvl1pPr marL="283464" indent="-283464"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566928" indent="-283464"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859536" indent="-283464"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152144" indent="-283464"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1444752" indent="-283464"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441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B0A024-4E06-BC4D-6379-140FB0CA4607}"/>
              </a:ext>
            </a:extLst>
          </p:cNvPr>
          <p:cNvSpPr>
            <a:spLocks noGrp="1"/>
          </p:cNvSpPr>
          <p:nvPr>
            <p:ph type="ctrTitle"/>
          </p:nvPr>
        </p:nvSpPr>
        <p:spPr>
          <a:xfrm>
            <a:off x="158817" y="836498"/>
            <a:ext cx="6400800" cy="4663440"/>
          </a:xfrm>
        </p:spPr>
        <p:txBody>
          <a:bodyPr/>
          <a:lstStyle/>
          <a:p>
            <a:r>
              <a:rPr lang="en-US" sz="4800" dirty="0">
                <a:solidFill>
                  <a:srgbClr val="FF0000"/>
                </a:solidFill>
              </a:rPr>
              <a:t>UK train</a:t>
            </a:r>
            <a:br>
              <a:rPr lang="en-US" sz="4800" dirty="0">
                <a:solidFill>
                  <a:srgbClr val="FF0000"/>
                </a:solidFill>
              </a:rPr>
            </a:br>
            <a:r>
              <a:rPr lang="en-US" sz="4800" dirty="0">
                <a:solidFill>
                  <a:srgbClr val="FF0000"/>
                </a:solidFill>
              </a:rPr>
              <a:t>Rides Analysis </a:t>
            </a:r>
            <a:br>
              <a:rPr lang="en-US" sz="4800" dirty="0">
                <a:solidFill>
                  <a:srgbClr val="FF0000"/>
                </a:solidFill>
              </a:rPr>
            </a:br>
            <a:r>
              <a:rPr lang="en-US" sz="2400" dirty="0" err="1">
                <a:solidFill>
                  <a:srgbClr val="FF0000"/>
                </a:solidFill>
              </a:rPr>
              <a:t>jan</a:t>
            </a:r>
            <a:r>
              <a:rPr lang="en-US" sz="2400" dirty="0">
                <a:solidFill>
                  <a:srgbClr val="FF0000"/>
                </a:solidFill>
              </a:rPr>
              <a:t>-April 2024</a:t>
            </a:r>
          </a:p>
        </p:txBody>
      </p:sp>
      <p:sp>
        <p:nvSpPr>
          <p:cNvPr id="4" name="Subtitle 3">
            <a:extLst>
              <a:ext uri="{FF2B5EF4-FFF2-40B4-BE49-F238E27FC236}">
                <a16:creationId xmlns:a16="http://schemas.microsoft.com/office/drawing/2014/main" id="{839A915F-4535-0AC8-B3DC-DA14AB24B55B}"/>
              </a:ext>
            </a:extLst>
          </p:cNvPr>
          <p:cNvSpPr>
            <a:spLocks noGrp="1"/>
          </p:cNvSpPr>
          <p:nvPr>
            <p:ph type="subTitle" idx="1"/>
          </p:nvPr>
        </p:nvSpPr>
        <p:spPr>
          <a:xfrm>
            <a:off x="822960" y="5559552"/>
            <a:ext cx="6391656" cy="475938"/>
          </a:xfrm>
        </p:spPr>
        <p:txBody>
          <a:bodyPr/>
          <a:lstStyle/>
          <a:p>
            <a:r>
              <a:rPr lang="en-US" dirty="0">
                <a:solidFill>
                  <a:srgbClr val="FF0000"/>
                </a:solidFill>
              </a:rPr>
              <a:t>By : Amish Ilyas</a:t>
            </a:r>
          </a:p>
        </p:txBody>
      </p:sp>
      <p:pic>
        <p:nvPicPr>
          <p:cNvPr id="11" name="Picture Placeholder 10">
            <a:extLst>
              <a:ext uri="{FF2B5EF4-FFF2-40B4-BE49-F238E27FC236}">
                <a16:creationId xmlns:a16="http://schemas.microsoft.com/office/drawing/2014/main" id="{ED3023CB-AA43-4281-AFD6-1CB6C50D383A}"/>
              </a:ext>
            </a:extLst>
          </p:cNvPr>
          <p:cNvPicPr>
            <a:picLocks noGrp="1" noChangeAspect="1"/>
          </p:cNvPicPr>
          <p:nvPr>
            <p:ph type="pic" sz="quarter" idx="11"/>
          </p:nvPr>
        </p:nvPicPr>
        <p:blipFill rotWithShape="1">
          <a:blip r:embed="rId2"/>
          <a:srcRect l="19359" t="2131" r="31536" b="-2131"/>
          <a:stretch/>
        </p:blipFill>
        <p:spPr>
          <a:xfrm>
            <a:off x="6677696" y="0"/>
            <a:ext cx="5514304" cy="6857999"/>
          </a:xfrm>
        </p:spPr>
      </p:pic>
    </p:spTree>
    <p:extLst>
      <p:ext uri="{BB962C8B-B14F-4D97-AF65-F5344CB8AC3E}">
        <p14:creationId xmlns:p14="http://schemas.microsoft.com/office/powerpoint/2010/main" val="34673910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06451AA-AEB4-0B9E-B76E-611C2AA8DA4E}"/>
              </a:ext>
            </a:extLst>
          </p:cNvPr>
          <p:cNvSpPr>
            <a:spLocks noGrp="1"/>
          </p:cNvSpPr>
          <p:nvPr>
            <p:ph type="title"/>
          </p:nvPr>
        </p:nvSpPr>
        <p:spPr>
          <a:xfrm>
            <a:off x="822960" y="822960"/>
            <a:ext cx="4389120" cy="1920240"/>
          </a:xfrm>
        </p:spPr>
        <p:txBody>
          <a:bodyPr>
            <a:normAutofit/>
          </a:bodyPr>
          <a:lstStyle/>
          <a:p>
            <a:r>
              <a:rPr lang="en-US" sz="4400" dirty="0">
                <a:solidFill>
                  <a:srgbClr val="FF0000"/>
                </a:solidFill>
              </a:rPr>
              <a:t>agenda</a:t>
            </a:r>
          </a:p>
        </p:txBody>
      </p:sp>
      <p:sp>
        <p:nvSpPr>
          <p:cNvPr id="4" name="Text Placeholder 3">
            <a:extLst>
              <a:ext uri="{FF2B5EF4-FFF2-40B4-BE49-F238E27FC236}">
                <a16:creationId xmlns:a16="http://schemas.microsoft.com/office/drawing/2014/main" id="{6EF967D8-05D3-0F64-4B0B-FE9B335F81EB}"/>
              </a:ext>
            </a:extLst>
          </p:cNvPr>
          <p:cNvSpPr>
            <a:spLocks noGrp="1"/>
          </p:cNvSpPr>
          <p:nvPr>
            <p:ph sz="quarter" idx="14"/>
          </p:nvPr>
        </p:nvSpPr>
        <p:spPr>
          <a:xfrm>
            <a:off x="822960" y="3529584"/>
            <a:ext cx="4320540" cy="2350008"/>
          </a:xfrm>
        </p:spPr>
        <p:txBody>
          <a:bodyPr/>
          <a:lstStyle/>
          <a:p>
            <a:r>
              <a:rPr lang="en-US" sz="2400" dirty="0">
                <a:solidFill>
                  <a:srgbClr val="FF0000"/>
                </a:solidFill>
              </a:rPr>
              <a:t>Problem Statement</a:t>
            </a:r>
          </a:p>
          <a:p>
            <a:r>
              <a:rPr lang="en-US" sz="2400" dirty="0">
                <a:solidFill>
                  <a:srgbClr val="FF0000"/>
                </a:solidFill>
              </a:rPr>
              <a:t>Dataset Overview</a:t>
            </a:r>
          </a:p>
          <a:p>
            <a:r>
              <a:rPr lang="en-US" sz="2400" dirty="0">
                <a:solidFill>
                  <a:srgbClr val="FF0000"/>
                </a:solidFill>
              </a:rPr>
              <a:t>Analysis</a:t>
            </a:r>
          </a:p>
          <a:p>
            <a:r>
              <a:rPr lang="en-US" sz="2400" dirty="0">
                <a:solidFill>
                  <a:srgbClr val="FF0000"/>
                </a:solidFill>
              </a:rPr>
              <a:t>Hypothesis Testing</a:t>
            </a:r>
          </a:p>
          <a:p>
            <a:r>
              <a:rPr lang="en-US" sz="2400" dirty="0">
                <a:solidFill>
                  <a:srgbClr val="FF0000"/>
                </a:solidFill>
              </a:rPr>
              <a:t>Suggestions</a:t>
            </a:r>
          </a:p>
        </p:txBody>
      </p:sp>
      <p:pic>
        <p:nvPicPr>
          <p:cNvPr id="8" name="Picture Placeholder 7">
            <a:extLst>
              <a:ext uri="{FF2B5EF4-FFF2-40B4-BE49-F238E27FC236}">
                <a16:creationId xmlns:a16="http://schemas.microsoft.com/office/drawing/2014/main" id="{5D4E012B-2807-49C8-AAF8-A15912C5D7CD}"/>
              </a:ext>
            </a:extLst>
          </p:cNvPr>
          <p:cNvPicPr>
            <a:picLocks noGrp="1" noChangeAspect="1"/>
          </p:cNvPicPr>
          <p:nvPr>
            <p:ph type="pic" sz="quarter" idx="13"/>
          </p:nvPr>
        </p:nvPicPr>
        <p:blipFill>
          <a:blip r:embed="rId2"/>
          <a:srcRect l="20254" r="20254"/>
          <a:stretch>
            <a:fillRect/>
          </a:stretch>
        </p:blipFill>
        <p:spPr/>
      </p:pic>
    </p:spTree>
    <p:extLst>
      <p:ext uri="{BB962C8B-B14F-4D97-AF65-F5344CB8AC3E}">
        <p14:creationId xmlns:p14="http://schemas.microsoft.com/office/powerpoint/2010/main" val="350433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0E9FA75-2A66-EAE8-E898-09505E656D44}"/>
              </a:ext>
            </a:extLst>
          </p:cNvPr>
          <p:cNvSpPr>
            <a:spLocks noGrp="1"/>
          </p:cNvSpPr>
          <p:nvPr>
            <p:ph type="title"/>
          </p:nvPr>
        </p:nvSpPr>
        <p:spPr>
          <a:xfrm>
            <a:off x="289773" y="238258"/>
            <a:ext cx="5924281" cy="682581"/>
          </a:xfrm>
        </p:spPr>
        <p:txBody>
          <a:bodyPr/>
          <a:lstStyle/>
          <a:p>
            <a:r>
              <a:rPr lang="en-US" sz="4800" dirty="0">
                <a:solidFill>
                  <a:srgbClr val="FF0000"/>
                </a:solidFill>
              </a:rPr>
              <a:t>Problem Statement</a:t>
            </a:r>
          </a:p>
        </p:txBody>
      </p:sp>
      <p:sp>
        <p:nvSpPr>
          <p:cNvPr id="7" name="TextBox 6">
            <a:extLst>
              <a:ext uri="{FF2B5EF4-FFF2-40B4-BE49-F238E27FC236}">
                <a16:creationId xmlns:a16="http://schemas.microsoft.com/office/drawing/2014/main" id="{F64BDE42-8F92-4326-922F-BAB4F6379769}"/>
              </a:ext>
            </a:extLst>
          </p:cNvPr>
          <p:cNvSpPr txBox="1"/>
          <p:nvPr/>
        </p:nvSpPr>
        <p:spPr>
          <a:xfrm>
            <a:off x="289774" y="1152658"/>
            <a:ext cx="5389809" cy="3108543"/>
          </a:xfrm>
          <a:prstGeom prst="rect">
            <a:avLst/>
          </a:prstGeom>
          <a:noFill/>
        </p:spPr>
        <p:txBody>
          <a:bodyPr wrap="square" rtlCol="0">
            <a:spAutoFit/>
          </a:bodyPr>
          <a:lstStyle/>
          <a:p>
            <a:pPr algn="l" fontAlgn="base"/>
            <a:r>
              <a:rPr lang="en-US" sz="2800" b="0" i="0" dirty="0">
                <a:solidFill>
                  <a:srgbClr val="3C4043"/>
                </a:solidFill>
                <a:effectLst/>
                <a:latin typeface="Inter"/>
              </a:rPr>
              <a:t>Identify the factors contributing to train delays and cancellations and their impact on customer refund requests, in order to improve the punctuality of National Rail services and optimize pricing strategies from January to April 2024.</a:t>
            </a:r>
          </a:p>
        </p:txBody>
      </p:sp>
      <p:pic>
        <p:nvPicPr>
          <p:cNvPr id="9" name="Picture 8">
            <a:extLst>
              <a:ext uri="{FF2B5EF4-FFF2-40B4-BE49-F238E27FC236}">
                <a16:creationId xmlns:a16="http://schemas.microsoft.com/office/drawing/2014/main" id="{8C920E5B-C64B-4827-B5EB-A7D9F23D933D}"/>
              </a:ext>
            </a:extLst>
          </p:cNvPr>
          <p:cNvPicPr>
            <a:picLocks noChangeAspect="1"/>
          </p:cNvPicPr>
          <p:nvPr/>
        </p:nvPicPr>
        <p:blipFill>
          <a:blip r:embed="rId2"/>
          <a:stretch>
            <a:fillRect/>
          </a:stretch>
        </p:blipFill>
        <p:spPr>
          <a:xfrm>
            <a:off x="6214054" y="920839"/>
            <a:ext cx="5831698" cy="3805707"/>
          </a:xfrm>
          <a:prstGeom prst="rect">
            <a:avLst/>
          </a:prstGeom>
        </p:spPr>
      </p:pic>
    </p:spTree>
    <p:extLst>
      <p:ext uri="{BB962C8B-B14F-4D97-AF65-F5344CB8AC3E}">
        <p14:creationId xmlns:p14="http://schemas.microsoft.com/office/powerpoint/2010/main" val="3050541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0E9FA75-2A66-EAE8-E898-09505E656D44}"/>
              </a:ext>
            </a:extLst>
          </p:cNvPr>
          <p:cNvSpPr>
            <a:spLocks noGrp="1"/>
          </p:cNvSpPr>
          <p:nvPr>
            <p:ph type="title"/>
          </p:nvPr>
        </p:nvSpPr>
        <p:spPr>
          <a:xfrm>
            <a:off x="128789" y="238258"/>
            <a:ext cx="5595869" cy="682581"/>
          </a:xfrm>
        </p:spPr>
        <p:txBody>
          <a:bodyPr/>
          <a:lstStyle/>
          <a:p>
            <a:r>
              <a:rPr lang="en-US" sz="4800" dirty="0">
                <a:solidFill>
                  <a:srgbClr val="FF0000"/>
                </a:solidFill>
              </a:rPr>
              <a:t>Dataset Overview</a:t>
            </a:r>
          </a:p>
        </p:txBody>
      </p:sp>
      <p:sp>
        <p:nvSpPr>
          <p:cNvPr id="7" name="TextBox 6">
            <a:extLst>
              <a:ext uri="{FF2B5EF4-FFF2-40B4-BE49-F238E27FC236}">
                <a16:creationId xmlns:a16="http://schemas.microsoft.com/office/drawing/2014/main" id="{F64BDE42-8F92-4326-922F-BAB4F6379769}"/>
              </a:ext>
            </a:extLst>
          </p:cNvPr>
          <p:cNvSpPr txBox="1"/>
          <p:nvPr/>
        </p:nvSpPr>
        <p:spPr>
          <a:xfrm>
            <a:off x="289773" y="1152659"/>
            <a:ext cx="10768885" cy="5324535"/>
          </a:xfrm>
          <a:prstGeom prst="rect">
            <a:avLst/>
          </a:prstGeom>
          <a:noFill/>
        </p:spPr>
        <p:txBody>
          <a:bodyPr wrap="square" rtlCol="0">
            <a:spAutoFit/>
          </a:bodyPr>
          <a:lstStyle/>
          <a:p>
            <a:pPr algn="l" fontAlgn="base"/>
            <a:r>
              <a:rPr lang="en-US" sz="2000" b="0" i="0" dirty="0">
                <a:solidFill>
                  <a:srgbClr val="3C4043"/>
                </a:solidFill>
                <a:effectLst/>
                <a:latin typeface="Inter"/>
              </a:rPr>
              <a:t>Mock train ticket data for National Rail in the UK, from Jan to Apr 2024, including details on the type of ticket, the date &amp; time for each journey, the departure &amp; arrival stations, the ticket price, and more.</a:t>
            </a:r>
          </a:p>
          <a:p>
            <a:pPr algn="l" fontAlgn="base"/>
            <a:r>
              <a:rPr lang="en-US" sz="2000" b="0" i="0" dirty="0">
                <a:solidFill>
                  <a:srgbClr val="3C4043"/>
                </a:solidFill>
                <a:effectLst/>
                <a:latin typeface="Inter"/>
              </a:rPr>
              <a:t>This data contains column:</a:t>
            </a:r>
          </a:p>
          <a:p>
            <a:pPr algn="l" fontAlgn="base"/>
            <a:r>
              <a:rPr lang="en-US" sz="2000" b="1" i="0" dirty="0">
                <a:solidFill>
                  <a:srgbClr val="3C4043"/>
                </a:solidFill>
                <a:effectLst/>
                <a:latin typeface="inherit"/>
              </a:rPr>
              <a:t>Transaction ID:</a:t>
            </a:r>
            <a:r>
              <a:rPr lang="en-US" sz="2000" b="0" i="0" dirty="0">
                <a:solidFill>
                  <a:srgbClr val="3C4043"/>
                </a:solidFill>
                <a:effectLst/>
                <a:latin typeface="Inter"/>
              </a:rPr>
              <a:t> Unique identifier for an individual train ticket purchase</a:t>
            </a:r>
          </a:p>
          <a:p>
            <a:pPr algn="l" fontAlgn="base"/>
            <a:r>
              <a:rPr lang="en-US" sz="2000" b="1" i="0" dirty="0">
                <a:solidFill>
                  <a:srgbClr val="3C4043"/>
                </a:solidFill>
                <a:effectLst/>
                <a:latin typeface="inherit"/>
              </a:rPr>
              <a:t>Date of Purchase:</a:t>
            </a:r>
            <a:r>
              <a:rPr lang="en-US" sz="2000" b="0" i="0" dirty="0">
                <a:solidFill>
                  <a:srgbClr val="3C4043"/>
                </a:solidFill>
                <a:effectLst/>
                <a:latin typeface="Inter"/>
              </a:rPr>
              <a:t> Date the ticket was purchased</a:t>
            </a:r>
          </a:p>
          <a:p>
            <a:pPr algn="l" fontAlgn="base"/>
            <a:r>
              <a:rPr lang="en-US" sz="2000" b="1" i="0" dirty="0">
                <a:solidFill>
                  <a:srgbClr val="3C4043"/>
                </a:solidFill>
                <a:effectLst/>
                <a:latin typeface="inherit"/>
              </a:rPr>
              <a:t>Time of Purchase:</a:t>
            </a:r>
            <a:r>
              <a:rPr lang="en-US" sz="2000" b="0" i="0" dirty="0">
                <a:solidFill>
                  <a:srgbClr val="3C4043"/>
                </a:solidFill>
                <a:effectLst/>
                <a:latin typeface="Inter"/>
              </a:rPr>
              <a:t> Time the ticket was purchased</a:t>
            </a:r>
          </a:p>
          <a:p>
            <a:pPr algn="l" fontAlgn="base"/>
            <a:r>
              <a:rPr lang="en-US" sz="2000" b="1" i="0" dirty="0">
                <a:solidFill>
                  <a:srgbClr val="3C4043"/>
                </a:solidFill>
                <a:effectLst/>
                <a:latin typeface="inherit"/>
              </a:rPr>
              <a:t>Purchase Type:</a:t>
            </a:r>
            <a:r>
              <a:rPr lang="en-US" sz="2000" b="0" i="0" dirty="0">
                <a:solidFill>
                  <a:srgbClr val="3C4043"/>
                </a:solidFill>
                <a:effectLst/>
                <a:latin typeface="Inter"/>
              </a:rPr>
              <a:t> Whether the ticket was purchased online or directly at a train station</a:t>
            </a:r>
          </a:p>
          <a:p>
            <a:pPr algn="l" fontAlgn="base"/>
            <a:r>
              <a:rPr lang="en-US" sz="2000" b="1" i="0" dirty="0">
                <a:solidFill>
                  <a:srgbClr val="3C4043"/>
                </a:solidFill>
                <a:effectLst/>
                <a:latin typeface="inherit"/>
              </a:rPr>
              <a:t>Payment Method:</a:t>
            </a:r>
            <a:r>
              <a:rPr lang="en-US" sz="2000" b="0" i="0" dirty="0">
                <a:solidFill>
                  <a:srgbClr val="3C4043"/>
                </a:solidFill>
                <a:effectLst/>
                <a:latin typeface="Inter"/>
              </a:rPr>
              <a:t> Payment method used to purchase the ticket (</a:t>
            </a:r>
            <a:r>
              <a:rPr lang="en-US" sz="2000" b="0" i="0" dirty="0" err="1">
                <a:solidFill>
                  <a:srgbClr val="3C4043"/>
                </a:solidFill>
                <a:effectLst/>
                <a:latin typeface="Inter"/>
              </a:rPr>
              <a:t>Contactles</a:t>
            </a:r>
            <a:r>
              <a:rPr lang="en-US" sz="2000" b="0" i="0" dirty="0">
                <a:solidFill>
                  <a:srgbClr val="3C4043"/>
                </a:solidFill>
                <a:effectLst/>
                <a:latin typeface="Inter"/>
              </a:rPr>
              <a:t>, Credit Card, or</a:t>
            </a:r>
            <a:br>
              <a:rPr lang="en-US" sz="2000" b="0" i="0" dirty="0">
                <a:solidFill>
                  <a:srgbClr val="3C4043"/>
                </a:solidFill>
                <a:effectLst/>
                <a:latin typeface="Inter"/>
              </a:rPr>
            </a:br>
            <a:r>
              <a:rPr lang="en-US" sz="2000" b="0" i="0" dirty="0">
                <a:solidFill>
                  <a:srgbClr val="3C4043"/>
                </a:solidFill>
                <a:effectLst/>
                <a:latin typeface="Inter"/>
              </a:rPr>
              <a:t>Debit Card)</a:t>
            </a:r>
          </a:p>
          <a:p>
            <a:pPr algn="l" fontAlgn="base"/>
            <a:r>
              <a:rPr lang="en-US" sz="2000" b="1" i="0" dirty="0" err="1">
                <a:solidFill>
                  <a:srgbClr val="3C4043"/>
                </a:solidFill>
                <a:effectLst/>
                <a:latin typeface="inherit"/>
              </a:rPr>
              <a:t>Railcard</a:t>
            </a:r>
            <a:r>
              <a:rPr lang="en-US" sz="2000" b="1" i="0" dirty="0">
                <a:solidFill>
                  <a:srgbClr val="3C4043"/>
                </a:solidFill>
                <a:effectLst/>
                <a:latin typeface="inherit"/>
              </a:rPr>
              <a:t>:</a:t>
            </a:r>
            <a:r>
              <a:rPr lang="en-US" sz="2000" b="0" i="0" dirty="0">
                <a:solidFill>
                  <a:srgbClr val="3C4043"/>
                </a:solidFill>
                <a:effectLst/>
                <a:latin typeface="Inter"/>
              </a:rPr>
              <a:t> Whether the passenger is a National </a:t>
            </a:r>
            <a:r>
              <a:rPr lang="en-US" sz="2000" b="0" i="0" dirty="0" err="1">
                <a:solidFill>
                  <a:srgbClr val="3C4043"/>
                </a:solidFill>
                <a:effectLst/>
                <a:latin typeface="Inter"/>
              </a:rPr>
              <a:t>Railcard</a:t>
            </a:r>
            <a:r>
              <a:rPr lang="en-US" sz="2000" b="0" i="0" dirty="0">
                <a:solidFill>
                  <a:srgbClr val="3C4043"/>
                </a:solidFill>
                <a:effectLst/>
                <a:latin typeface="Inter"/>
              </a:rPr>
              <a:t> holder (Adult, Senior, or</a:t>
            </a:r>
            <a:br>
              <a:rPr lang="en-US" sz="2000" b="0" i="0" dirty="0">
                <a:solidFill>
                  <a:srgbClr val="3C4043"/>
                </a:solidFill>
                <a:effectLst/>
                <a:latin typeface="Inter"/>
              </a:rPr>
            </a:br>
            <a:r>
              <a:rPr lang="en-US" sz="2000" b="0" i="0" dirty="0">
                <a:solidFill>
                  <a:srgbClr val="3C4043"/>
                </a:solidFill>
                <a:effectLst/>
                <a:latin typeface="Inter"/>
              </a:rPr>
              <a:t>Disabled) or not (None). </a:t>
            </a:r>
            <a:r>
              <a:rPr lang="en-US" sz="2000" b="0" i="0" dirty="0" err="1">
                <a:solidFill>
                  <a:srgbClr val="3C4043"/>
                </a:solidFill>
                <a:effectLst/>
                <a:latin typeface="Inter"/>
              </a:rPr>
              <a:t>Railcard</a:t>
            </a:r>
            <a:r>
              <a:rPr lang="en-US" sz="2000" b="0" i="0" dirty="0">
                <a:solidFill>
                  <a:srgbClr val="3C4043"/>
                </a:solidFill>
                <a:effectLst/>
                <a:latin typeface="Inter"/>
              </a:rPr>
              <a:t> holders get 1/3 off their ticket purchases.</a:t>
            </a:r>
          </a:p>
          <a:p>
            <a:pPr algn="l" fontAlgn="base"/>
            <a:r>
              <a:rPr lang="en-US" sz="2000" b="1" i="0" dirty="0">
                <a:solidFill>
                  <a:srgbClr val="3C4043"/>
                </a:solidFill>
                <a:effectLst/>
                <a:latin typeface="inherit"/>
              </a:rPr>
              <a:t>Ticket Class:</a:t>
            </a:r>
            <a:r>
              <a:rPr lang="en-US" sz="2000" b="0" i="0" dirty="0">
                <a:solidFill>
                  <a:srgbClr val="3C4043"/>
                </a:solidFill>
                <a:effectLst/>
                <a:latin typeface="Inter"/>
              </a:rPr>
              <a:t> Seat class for the ticket (Standard or First)</a:t>
            </a:r>
          </a:p>
          <a:p>
            <a:pPr algn="l" fontAlgn="base"/>
            <a:r>
              <a:rPr lang="en-US" sz="2000" b="1" i="0" dirty="0">
                <a:solidFill>
                  <a:srgbClr val="3C4043"/>
                </a:solidFill>
                <a:effectLst/>
                <a:latin typeface="inherit"/>
              </a:rPr>
              <a:t>Ticket Type:</a:t>
            </a:r>
            <a:r>
              <a:rPr lang="en-US" sz="2000" b="0" i="0" dirty="0">
                <a:solidFill>
                  <a:srgbClr val="3C4043"/>
                </a:solidFill>
                <a:effectLst/>
                <a:latin typeface="Inter"/>
              </a:rPr>
              <a:t> When you bought or can use the ticket. Advance tickets are 1/2 off and must be</a:t>
            </a:r>
            <a:r>
              <a:rPr lang="en-US" sz="2000" dirty="0">
                <a:solidFill>
                  <a:srgbClr val="3C4043"/>
                </a:solidFill>
                <a:latin typeface="Inter"/>
              </a:rPr>
              <a:t> </a:t>
            </a:r>
            <a:r>
              <a:rPr lang="en-US" sz="2000" b="0" i="0" dirty="0">
                <a:solidFill>
                  <a:srgbClr val="3C4043"/>
                </a:solidFill>
                <a:effectLst/>
                <a:latin typeface="Inter"/>
              </a:rPr>
              <a:t>purchased at least a day prior to departure. Off-Peak tickets are 1/4 off and must be used outside of peak hours (weekdays between 6-8am and 4-6pm). Anytime</a:t>
            </a:r>
            <a:r>
              <a:rPr lang="en-US" sz="2000" dirty="0">
                <a:solidFill>
                  <a:srgbClr val="3C4043"/>
                </a:solidFill>
                <a:latin typeface="Inter"/>
              </a:rPr>
              <a:t> </a:t>
            </a:r>
            <a:r>
              <a:rPr lang="en-US" sz="2000" b="0" i="0" dirty="0">
                <a:solidFill>
                  <a:srgbClr val="3C4043"/>
                </a:solidFill>
                <a:effectLst/>
                <a:latin typeface="Inter"/>
              </a:rPr>
              <a:t>tickets are full price and can be bought and used at any time during the day.</a:t>
            </a:r>
          </a:p>
          <a:p>
            <a:pPr algn="l" fontAlgn="base"/>
            <a:endParaRPr lang="en-US" sz="2000" b="0" i="0" dirty="0">
              <a:solidFill>
                <a:srgbClr val="3C4043"/>
              </a:solidFill>
              <a:effectLst/>
              <a:latin typeface="Inter"/>
            </a:endParaRPr>
          </a:p>
        </p:txBody>
      </p:sp>
    </p:spTree>
    <p:extLst>
      <p:ext uri="{BB962C8B-B14F-4D97-AF65-F5344CB8AC3E}">
        <p14:creationId xmlns:p14="http://schemas.microsoft.com/office/powerpoint/2010/main" val="6939675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0E9FA75-2A66-EAE8-E898-09505E656D44}"/>
              </a:ext>
            </a:extLst>
          </p:cNvPr>
          <p:cNvSpPr>
            <a:spLocks noGrp="1"/>
          </p:cNvSpPr>
          <p:nvPr>
            <p:ph type="title"/>
          </p:nvPr>
        </p:nvSpPr>
        <p:spPr>
          <a:xfrm>
            <a:off x="128789" y="238258"/>
            <a:ext cx="5595869" cy="682581"/>
          </a:xfrm>
        </p:spPr>
        <p:txBody>
          <a:bodyPr/>
          <a:lstStyle/>
          <a:p>
            <a:r>
              <a:rPr lang="en-US" sz="4800" dirty="0">
                <a:solidFill>
                  <a:srgbClr val="FF0000"/>
                </a:solidFill>
              </a:rPr>
              <a:t>Dataset Overview</a:t>
            </a:r>
          </a:p>
        </p:txBody>
      </p:sp>
      <p:sp>
        <p:nvSpPr>
          <p:cNvPr id="7" name="TextBox 6">
            <a:extLst>
              <a:ext uri="{FF2B5EF4-FFF2-40B4-BE49-F238E27FC236}">
                <a16:creationId xmlns:a16="http://schemas.microsoft.com/office/drawing/2014/main" id="{F64BDE42-8F92-4326-922F-BAB4F6379769}"/>
              </a:ext>
            </a:extLst>
          </p:cNvPr>
          <p:cNvSpPr txBox="1"/>
          <p:nvPr/>
        </p:nvSpPr>
        <p:spPr>
          <a:xfrm>
            <a:off x="340215" y="1339402"/>
            <a:ext cx="8003685" cy="4401205"/>
          </a:xfrm>
          <a:prstGeom prst="rect">
            <a:avLst/>
          </a:prstGeom>
          <a:noFill/>
        </p:spPr>
        <p:txBody>
          <a:bodyPr wrap="square" rtlCol="0">
            <a:spAutoFit/>
          </a:bodyPr>
          <a:lstStyle/>
          <a:p>
            <a:pPr algn="l" fontAlgn="base"/>
            <a:r>
              <a:rPr lang="en-US" sz="2000" b="1" i="0" dirty="0">
                <a:solidFill>
                  <a:srgbClr val="3C4043"/>
                </a:solidFill>
                <a:effectLst/>
                <a:latin typeface="inherit"/>
              </a:rPr>
              <a:t>Price:</a:t>
            </a:r>
            <a:r>
              <a:rPr lang="en-US" sz="2000" b="0" i="0" dirty="0">
                <a:solidFill>
                  <a:srgbClr val="3C4043"/>
                </a:solidFill>
                <a:effectLst/>
                <a:latin typeface="Inter"/>
              </a:rPr>
              <a:t> Final cost of the ticket</a:t>
            </a:r>
          </a:p>
          <a:p>
            <a:pPr algn="l" fontAlgn="base"/>
            <a:r>
              <a:rPr lang="en-US" sz="2000" b="1" i="0" dirty="0">
                <a:solidFill>
                  <a:srgbClr val="3C4043"/>
                </a:solidFill>
                <a:effectLst/>
                <a:latin typeface="inherit"/>
              </a:rPr>
              <a:t>Departure Station:</a:t>
            </a:r>
            <a:r>
              <a:rPr lang="en-US" sz="2000" b="0" i="0" dirty="0">
                <a:solidFill>
                  <a:srgbClr val="3C4043"/>
                </a:solidFill>
                <a:effectLst/>
                <a:latin typeface="Inter"/>
              </a:rPr>
              <a:t> Station to board the train</a:t>
            </a:r>
          </a:p>
          <a:p>
            <a:pPr algn="l" fontAlgn="base"/>
            <a:r>
              <a:rPr lang="en-US" sz="2000" b="1" i="0" dirty="0">
                <a:solidFill>
                  <a:srgbClr val="3C4043"/>
                </a:solidFill>
                <a:effectLst/>
                <a:latin typeface="inherit"/>
              </a:rPr>
              <a:t>Arrival Destination:</a:t>
            </a:r>
            <a:r>
              <a:rPr lang="en-US" sz="2000" b="0" i="0" dirty="0">
                <a:solidFill>
                  <a:srgbClr val="3C4043"/>
                </a:solidFill>
                <a:effectLst/>
                <a:latin typeface="Inter"/>
              </a:rPr>
              <a:t> Station to exit the train</a:t>
            </a:r>
          </a:p>
          <a:p>
            <a:pPr algn="l" fontAlgn="base"/>
            <a:r>
              <a:rPr lang="en-US" sz="2000" b="1" i="0" dirty="0">
                <a:solidFill>
                  <a:srgbClr val="3C4043"/>
                </a:solidFill>
                <a:effectLst/>
                <a:latin typeface="inherit"/>
              </a:rPr>
              <a:t>Date of Journey:</a:t>
            </a:r>
            <a:r>
              <a:rPr lang="en-US" sz="2000" b="0" i="0" dirty="0">
                <a:solidFill>
                  <a:srgbClr val="3C4043"/>
                </a:solidFill>
                <a:effectLst/>
                <a:latin typeface="Inter"/>
              </a:rPr>
              <a:t> Date the train departed</a:t>
            </a:r>
          </a:p>
          <a:p>
            <a:pPr algn="l" fontAlgn="base"/>
            <a:r>
              <a:rPr lang="en-US" sz="2000" b="1" i="0" dirty="0">
                <a:solidFill>
                  <a:srgbClr val="3C4043"/>
                </a:solidFill>
                <a:effectLst/>
                <a:latin typeface="inherit"/>
              </a:rPr>
              <a:t>Departure Time:</a:t>
            </a:r>
            <a:r>
              <a:rPr lang="en-US" sz="2000" b="0" i="0" dirty="0">
                <a:solidFill>
                  <a:srgbClr val="3C4043"/>
                </a:solidFill>
                <a:effectLst/>
                <a:latin typeface="Inter"/>
              </a:rPr>
              <a:t> Time the train departed</a:t>
            </a:r>
          </a:p>
          <a:p>
            <a:pPr algn="l" fontAlgn="base"/>
            <a:r>
              <a:rPr lang="en-US" sz="2000" b="1" i="0" dirty="0">
                <a:solidFill>
                  <a:srgbClr val="3C4043"/>
                </a:solidFill>
                <a:effectLst/>
                <a:latin typeface="inherit"/>
              </a:rPr>
              <a:t>Arrival Time:</a:t>
            </a:r>
            <a:r>
              <a:rPr lang="en-US" sz="2000" b="0" i="0" dirty="0">
                <a:solidFill>
                  <a:srgbClr val="3C4043"/>
                </a:solidFill>
                <a:effectLst/>
                <a:latin typeface="Inter"/>
              </a:rPr>
              <a:t> Time the train was scheduled to arrive at its destination (can be on the day</a:t>
            </a:r>
            <a:br>
              <a:rPr lang="en-US" sz="2000" b="0" i="0" dirty="0">
                <a:solidFill>
                  <a:srgbClr val="3C4043"/>
                </a:solidFill>
                <a:effectLst/>
                <a:latin typeface="Inter"/>
              </a:rPr>
            </a:br>
            <a:r>
              <a:rPr lang="en-US" sz="2000" b="0" i="0" dirty="0">
                <a:solidFill>
                  <a:srgbClr val="3C4043"/>
                </a:solidFill>
                <a:effectLst/>
                <a:latin typeface="Inter"/>
              </a:rPr>
              <a:t>after departure)</a:t>
            </a:r>
          </a:p>
          <a:p>
            <a:pPr algn="l" fontAlgn="base"/>
            <a:r>
              <a:rPr lang="en-US" sz="2000" b="1" i="0" dirty="0">
                <a:solidFill>
                  <a:srgbClr val="3C4043"/>
                </a:solidFill>
                <a:effectLst/>
                <a:latin typeface="inherit"/>
              </a:rPr>
              <a:t>Actual Arrival Time:</a:t>
            </a:r>
            <a:r>
              <a:rPr lang="en-US" sz="2000" b="0" i="0" dirty="0">
                <a:solidFill>
                  <a:srgbClr val="3C4043"/>
                </a:solidFill>
                <a:effectLst/>
                <a:latin typeface="Inter"/>
              </a:rPr>
              <a:t> Time the train arrived at its destination (can be on the day after departure)</a:t>
            </a:r>
          </a:p>
          <a:p>
            <a:pPr algn="l" fontAlgn="base"/>
            <a:r>
              <a:rPr lang="en-US" sz="2000" b="1" i="0" dirty="0">
                <a:solidFill>
                  <a:srgbClr val="3C4043"/>
                </a:solidFill>
                <a:effectLst/>
                <a:latin typeface="inherit"/>
              </a:rPr>
              <a:t>Journey Status:</a:t>
            </a:r>
            <a:r>
              <a:rPr lang="en-US" sz="2000" b="0" i="0" dirty="0">
                <a:solidFill>
                  <a:srgbClr val="3C4043"/>
                </a:solidFill>
                <a:effectLst/>
                <a:latin typeface="Inter"/>
              </a:rPr>
              <a:t> Whether the train was on time, delayed, or cancelled</a:t>
            </a:r>
          </a:p>
          <a:p>
            <a:pPr algn="l" fontAlgn="base"/>
            <a:r>
              <a:rPr lang="en-US" sz="2000" b="1" i="0" dirty="0">
                <a:solidFill>
                  <a:srgbClr val="3C4043"/>
                </a:solidFill>
                <a:effectLst/>
                <a:latin typeface="inherit"/>
              </a:rPr>
              <a:t>Reason for Delay:</a:t>
            </a:r>
            <a:r>
              <a:rPr lang="en-US" sz="2000" b="0" i="0" dirty="0">
                <a:solidFill>
                  <a:srgbClr val="3C4043"/>
                </a:solidFill>
                <a:effectLst/>
                <a:latin typeface="Inter"/>
              </a:rPr>
              <a:t> Reason for the delay or cancellation</a:t>
            </a:r>
          </a:p>
          <a:p>
            <a:pPr algn="l" fontAlgn="base"/>
            <a:r>
              <a:rPr lang="en-US" sz="2000" b="1" i="0" dirty="0">
                <a:solidFill>
                  <a:srgbClr val="3C4043"/>
                </a:solidFill>
                <a:effectLst/>
                <a:latin typeface="inherit"/>
              </a:rPr>
              <a:t>Refund Request:</a:t>
            </a:r>
            <a:r>
              <a:rPr lang="en-US" sz="2000" b="0" i="0" dirty="0">
                <a:solidFill>
                  <a:srgbClr val="3C4043"/>
                </a:solidFill>
                <a:effectLst/>
                <a:latin typeface="Inter"/>
              </a:rPr>
              <a:t> Whether the passenger requested a refund after a delay or cancellation</a:t>
            </a:r>
          </a:p>
        </p:txBody>
      </p:sp>
    </p:spTree>
    <p:extLst>
      <p:ext uri="{BB962C8B-B14F-4D97-AF65-F5344CB8AC3E}">
        <p14:creationId xmlns:p14="http://schemas.microsoft.com/office/powerpoint/2010/main" val="1020577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0E9FA75-2A66-EAE8-E898-09505E656D44}"/>
              </a:ext>
            </a:extLst>
          </p:cNvPr>
          <p:cNvSpPr>
            <a:spLocks noGrp="1"/>
          </p:cNvSpPr>
          <p:nvPr>
            <p:ph type="title"/>
          </p:nvPr>
        </p:nvSpPr>
        <p:spPr>
          <a:xfrm>
            <a:off x="340216" y="268087"/>
            <a:ext cx="3075338" cy="682581"/>
          </a:xfrm>
        </p:spPr>
        <p:txBody>
          <a:bodyPr/>
          <a:lstStyle/>
          <a:p>
            <a:pPr algn="l"/>
            <a:r>
              <a:rPr lang="en-US" sz="4800" dirty="0">
                <a:solidFill>
                  <a:srgbClr val="FF0000"/>
                </a:solidFill>
              </a:rPr>
              <a:t>Analysis</a:t>
            </a:r>
          </a:p>
        </p:txBody>
      </p:sp>
      <p:pic>
        <p:nvPicPr>
          <p:cNvPr id="3" name="Picture 2">
            <a:extLst>
              <a:ext uri="{FF2B5EF4-FFF2-40B4-BE49-F238E27FC236}">
                <a16:creationId xmlns:a16="http://schemas.microsoft.com/office/drawing/2014/main" id="{D9407E29-5663-4C12-9375-8695F663BDE4}"/>
              </a:ext>
            </a:extLst>
          </p:cNvPr>
          <p:cNvPicPr>
            <a:picLocks noChangeAspect="1"/>
          </p:cNvPicPr>
          <p:nvPr/>
        </p:nvPicPr>
        <p:blipFill>
          <a:blip r:embed="rId2"/>
          <a:stretch>
            <a:fillRect/>
          </a:stretch>
        </p:blipFill>
        <p:spPr>
          <a:xfrm>
            <a:off x="6157315" y="1272357"/>
            <a:ext cx="4819968" cy="3710439"/>
          </a:xfrm>
          <a:prstGeom prst="rect">
            <a:avLst/>
          </a:prstGeom>
        </p:spPr>
      </p:pic>
      <p:sp>
        <p:nvSpPr>
          <p:cNvPr id="4" name="TextBox 3">
            <a:extLst>
              <a:ext uri="{FF2B5EF4-FFF2-40B4-BE49-F238E27FC236}">
                <a16:creationId xmlns:a16="http://schemas.microsoft.com/office/drawing/2014/main" id="{A975C5DB-646D-4E66-8043-1FD83B7396EA}"/>
              </a:ext>
            </a:extLst>
          </p:cNvPr>
          <p:cNvSpPr txBox="1"/>
          <p:nvPr/>
        </p:nvSpPr>
        <p:spPr>
          <a:xfrm>
            <a:off x="340216" y="1573306"/>
            <a:ext cx="5405718" cy="3108543"/>
          </a:xfrm>
          <a:prstGeom prst="rect">
            <a:avLst/>
          </a:prstGeom>
          <a:noFill/>
        </p:spPr>
        <p:txBody>
          <a:bodyPr wrap="square" rtlCol="0">
            <a:spAutoFit/>
          </a:bodyPr>
          <a:lstStyle/>
          <a:p>
            <a:r>
              <a:rPr lang="en-US" sz="2800" dirty="0"/>
              <a:t>By Observing the Journey Status Visual of Train it can be seen that On Time Trains are 95.3% and Delayed Trains are only 4.7% which is not a big Percentage but . It’s an issue for the Trains company . </a:t>
            </a:r>
          </a:p>
        </p:txBody>
      </p:sp>
    </p:spTree>
    <p:extLst>
      <p:ext uri="{BB962C8B-B14F-4D97-AF65-F5344CB8AC3E}">
        <p14:creationId xmlns:p14="http://schemas.microsoft.com/office/powerpoint/2010/main" val="2014121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0E9FA75-2A66-EAE8-E898-09505E656D44}"/>
              </a:ext>
            </a:extLst>
          </p:cNvPr>
          <p:cNvSpPr>
            <a:spLocks noGrp="1"/>
          </p:cNvSpPr>
          <p:nvPr>
            <p:ph type="title"/>
          </p:nvPr>
        </p:nvSpPr>
        <p:spPr>
          <a:xfrm>
            <a:off x="340216" y="268087"/>
            <a:ext cx="3075338" cy="682581"/>
          </a:xfrm>
        </p:spPr>
        <p:txBody>
          <a:bodyPr/>
          <a:lstStyle/>
          <a:p>
            <a:pPr algn="l"/>
            <a:r>
              <a:rPr lang="en-US" sz="4800" dirty="0">
                <a:solidFill>
                  <a:srgbClr val="FF0000"/>
                </a:solidFill>
              </a:rPr>
              <a:t>Analysis</a:t>
            </a:r>
          </a:p>
        </p:txBody>
      </p:sp>
      <p:sp>
        <p:nvSpPr>
          <p:cNvPr id="4" name="TextBox 3">
            <a:extLst>
              <a:ext uri="{FF2B5EF4-FFF2-40B4-BE49-F238E27FC236}">
                <a16:creationId xmlns:a16="http://schemas.microsoft.com/office/drawing/2014/main" id="{A975C5DB-646D-4E66-8043-1FD83B7396EA}"/>
              </a:ext>
            </a:extLst>
          </p:cNvPr>
          <p:cNvSpPr txBox="1"/>
          <p:nvPr/>
        </p:nvSpPr>
        <p:spPr>
          <a:xfrm>
            <a:off x="340216" y="1573306"/>
            <a:ext cx="5405718" cy="3108543"/>
          </a:xfrm>
          <a:prstGeom prst="rect">
            <a:avLst/>
          </a:prstGeom>
          <a:noFill/>
        </p:spPr>
        <p:txBody>
          <a:bodyPr wrap="square" rtlCol="0">
            <a:spAutoFit/>
          </a:bodyPr>
          <a:lstStyle/>
          <a:p>
            <a:r>
              <a:rPr lang="en-US" sz="2800" dirty="0"/>
              <a:t>By Observing the Journey Status By Average It can be seen clearly that Delayed Trains have less Average Price as Compared to On Time Trains . Maybe Because of The Issues in Trains these trains have less Price. </a:t>
            </a:r>
          </a:p>
        </p:txBody>
      </p:sp>
      <p:pic>
        <p:nvPicPr>
          <p:cNvPr id="5" name="Picture 4">
            <a:extLst>
              <a:ext uri="{FF2B5EF4-FFF2-40B4-BE49-F238E27FC236}">
                <a16:creationId xmlns:a16="http://schemas.microsoft.com/office/drawing/2014/main" id="{A3F1BC10-18F7-41CD-82F7-298FF30AD119}"/>
              </a:ext>
            </a:extLst>
          </p:cNvPr>
          <p:cNvPicPr>
            <a:picLocks noChangeAspect="1"/>
          </p:cNvPicPr>
          <p:nvPr/>
        </p:nvPicPr>
        <p:blipFill>
          <a:blip r:embed="rId2"/>
          <a:stretch>
            <a:fillRect/>
          </a:stretch>
        </p:blipFill>
        <p:spPr>
          <a:xfrm>
            <a:off x="6007513" y="950668"/>
            <a:ext cx="5138938" cy="4160528"/>
          </a:xfrm>
          <a:prstGeom prst="rect">
            <a:avLst/>
          </a:prstGeom>
        </p:spPr>
      </p:pic>
    </p:spTree>
    <p:extLst>
      <p:ext uri="{BB962C8B-B14F-4D97-AF65-F5344CB8AC3E}">
        <p14:creationId xmlns:p14="http://schemas.microsoft.com/office/powerpoint/2010/main" val="2319636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0E9FA75-2A66-EAE8-E898-09505E656D44}"/>
              </a:ext>
            </a:extLst>
          </p:cNvPr>
          <p:cNvSpPr>
            <a:spLocks noGrp="1"/>
          </p:cNvSpPr>
          <p:nvPr>
            <p:ph type="title"/>
          </p:nvPr>
        </p:nvSpPr>
        <p:spPr>
          <a:xfrm>
            <a:off x="340216" y="268087"/>
            <a:ext cx="3075338" cy="682581"/>
          </a:xfrm>
        </p:spPr>
        <p:txBody>
          <a:bodyPr/>
          <a:lstStyle/>
          <a:p>
            <a:pPr algn="l"/>
            <a:r>
              <a:rPr lang="en-US" sz="4800" dirty="0">
                <a:solidFill>
                  <a:srgbClr val="FF0000"/>
                </a:solidFill>
              </a:rPr>
              <a:t>Analysis</a:t>
            </a:r>
          </a:p>
        </p:txBody>
      </p:sp>
      <p:sp>
        <p:nvSpPr>
          <p:cNvPr id="4" name="TextBox 3">
            <a:extLst>
              <a:ext uri="{FF2B5EF4-FFF2-40B4-BE49-F238E27FC236}">
                <a16:creationId xmlns:a16="http://schemas.microsoft.com/office/drawing/2014/main" id="{A975C5DB-646D-4E66-8043-1FD83B7396EA}"/>
              </a:ext>
            </a:extLst>
          </p:cNvPr>
          <p:cNvSpPr txBox="1"/>
          <p:nvPr/>
        </p:nvSpPr>
        <p:spPr>
          <a:xfrm>
            <a:off x="340216" y="1573306"/>
            <a:ext cx="4729325" cy="3108543"/>
          </a:xfrm>
          <a:prstGeom prst="rect">
            <a:avLst/>
          </a:prstGeom>
          <a:noFill/>
        </p:spPr>
        <p:txBody>
          <a:bodyPr wrap="square" rtlCol="0">
            <a:spAutoFit/>
          </a:bodyPr>
          <a:lstStyle/>
          <a:p>
            <a:r>
              <a:rPr lang="en-US" sz="2800" dirty="0"/>
              <a:t>By Observing the Daily Average Rate By Delayed and On Time of trains we can see that there are very much ups and downs in average price of Delayed Trains. </a:t>
            </a:r>
          </a:p>
        </p:txBody>
      </p:sp>
      <p:pic>
        <p:nvPicPr>
          <p:cNvPr id="3" name="Picture 2">
            <a:extLst>
              <a:ext uri="{FF2B5EF4-FFF2-40B4-BE49-F238E27FC236}">
                <a16:creationId xmlns:a16="http://schemas.microsoft.com/office/drawing/2014/main" id="{052397DF-92FD-49A7-9EC2-4FF15007F08A}"/>
              </a:ext>
            </a:extLst>
          </p:cNvPr>
          <p:cNvPicPr>
            <a:picLocks noChangeAspect="1"/>
          </p:cNvPicPr>
          <p:nvPr/>
        </p:nvPicPr>
        <p:blipFill>
          <a:blip r:embed="rId2"/>
          <a:stretch>
            <a:fillRect/>
          </a:stretch>
        </p:blipFill>
        <p:spPr>
          <a:xfrm>
            <a:off x="5619429" y="1145651"/>
            <a:ext cx="6422413" cy="3589221"/>
          </a:xfrm>
          <a:prstGeom prst="rect">
            <a:avLst/>
          </a:prstGeom>
        </p:spPr>
      </p:pic>
    </p:spTree>
    <p:extLst>
      <p:ext uri="{BB962C8B-B14F-4D97-AF65-F5344CB8AC3E}">
        <p14:creationId xmlns:p14="http://schemas.microsoft.com/office/powerpoint/2010/main" val="30961089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0E9FA75-2A66-EAE8-E898-09505E656D44}"/>
              </a:ext>
            </a:extLst>
          </p:cNvPr>
          <p:cNvSpPr>
            <a:spLocks noGrp="1"/>
          </p:cNvSpPr>
          <p:nvPr>
            <p:ph type="title"/>
          </p:nvPr>
        </p:nvSpPr>
        <p:spPr>
          <a:xfrm>
            <a:off x="340216" y="268087"/>
            <a:ext cx="3075338" cy="682581"/>
          </a:xfrm>
        </p:spPr>
        <p:txBody>
          <a:bodyPr/>
          <a:lstStyle/>
          <a:p>
            <a:pPr algn="l"/>
            <a:r>
              <a:rPr lang="en-US" sz="4800" dirty="0">
                <a:solidFill>
                  <a:srgbClr val="FF0000"/>
                </a:solidFill>
              </a:rPr>
              <a:t>Analysis</a:t>
            </a:r>
          </a:p>
        </p:txBody>
      </p:sp>
      <p:pic>
        <p:nvPicPr>
          <p:cNvPr id="3" name="Picture 2">
            <a:extLst>
              <a:ext uri="{FF2B5EF4-FFF2-40B4-BE49-F238E27FC236}">
                <a16:creationId xmlns:a16="http://schemas.microsoft.com/office/drawing/2014/main" id="{FA15D47C-EFB8-498B-A5DB-4E091FA199B1}"/>
              </a:ext>
            </a:extLst>
          </p:cNvPr>
          <p:cNvPicPr>
            <a:picLocks noChangeAspect="1"/>
          </p:cNvPicPr>
          <p:nvPr/>
        </p:nvPicPr>
        <p:blipFill>
          <a:blip r:embed="rId2"/>
          <a:stretch>
            <a:fillRect/>
          </a:stretch>
        </p:blipFill>
        <p:spPr>
          <a:xfrm>
            <a:off x="8198175" y="3496438"/>
            <a:ext cx="3465939" cy="2986375"/>
          </a:xfrm>
          <a:prstGeom prst="rect">
            <a:avLst/>
          </a:prstGeom>
        </p:spPr>
      </p:pic>
      <p:pic>
        <p:nvPicPr>
          <p:cNvPr id="7" name="Picture 6">
            <a:extLst>
              <a:ext uri="{FF2B5EF4-FFF2-40B4-BE49-F238E27FC236}">
                <a16:creationId xmlns:a16="http://schemas.microsoft.com/office/drawing/2014/main" id="{5C70646F-BEEC-4A97-AAA5-4987A8AABA75}"/>
              </a:ext>
            </a:extLst>
          </p:cNvPr>
          <p:cNvPicPr>
            <a:picLocks noChangeAspect="1"/>
          </p:cNvPicPr>
          <p:nvPr/>
        </p:nvPicPr>
        <p:blipFill>
          <a:blip r:embed="rId3"/>
          <a:stretch>
            <a:fillRect/>
          </a:stretch>
        </p:blipFill>
        <p:spPr>
          <a:xfrm>
            <a:off x="8077149" y="268087"/>
            <a:ext cx="2890136" cy="3053588"/>
          </a:xfrm>
          <a:prstGeom prst="rect">
            <a:avLst/>
          </a:prstGeom>
        </p:spPr>
      </p:pic>
      <p:sp>
        <p:nvSpPr>
          <p:cNvPr id="9" name="TextBox 8">
            <a:extLst>
              <a:ext uri="{FF2B5EF4-FFF2-40B4-BE49-F238E27FC236}">
                <a16:creationId xmlns:a16="http://schemas.microsoft.com/office/drawing/2014/main" id="{A941E6B8-23CA-4CBE-9F3E-B78BEE1E5AD5}"/>
              </a:ext>
            </a:extLst>
          </p:cNvPr>
          <p:cNvSpPr txBox="1"/>
          <p:nvPr/>
        </p:nvSpPr>
        <p:spPr>
          <a:xfrm>
            <a:off x="340216" y="1573306"/>
            <a:ext cx="6168160" cy="3416320"/>
          </a:xfrm>
          <a:prstGeom prst="rect">
            <a:avLst/>
          </a:prstGeom>
          <a:noFill/>
        </p:spPr>
        <p:txBody>
          <a:bodyPr wrap="square" rtlCol="0">
            <a:spAutoFit/>
          </a:bodyPr>
          <a:lstStyle/>
          <a:p>
            <a:r>
              <a:rPr lang="en-US" sz="2400" dirty="0"/>
              <a:t>We can See that Most of the Customers are those who purchase Tickets online 60.2% and 39.8% customers purchase Tickets from Station . We can Also See that Most of the Customers Buy Tickets From Credit Card Payment Method 59.8% and Contactless method is 35.5% and Debit Card Payment Type is Least used by Customers which is only 4.7 %</a:t>
            </a:r>
          </a:p>
        </p:txBody>
      </p:sp>
    </p:spTree>
    <p:extLst>
      <p:ext uri="{BB962C8B-B14F-4D97-AF65-F5344CB8AC3E}">
        <p14:creationId xmlns:p14="http://schemas.microsoft.com/office/powerpoint/2010/main" val="1072714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0E9FA75-2A66-EAE8-E898-09505E656D44}"/>
              </a:ext>
            </a:extLst>
          </p:cNvPr>
          <p:cNvSpPr>
            <a:spLocks noGrp="1"/>
          </p:cNvSpPr>
          <p:nvPr>
            <p:ph type="title"/>
          </p:nvPr>
        </p:nvSpPr>
        <p:spPr>
          <a:xfrm>
            <a:off x="340216" y="268087"/>
            <a:ext cx="3075338" cy="682581"/>
          </a:xfrm>
        </p:spPr>
        <p:txBody>
          <a:bodyPr/>
          <a:lstStyle/>
          <a:p>
            <a:pPr algn="l"/>
            <a:r>
              <a:rPr lang="en-US" sz="4800" dirty="0">
                <a:solidFill>
                  <a:srgbClr val="FF0000"/>
                </a:solidFill>
              </a:rPr>
              <a:t>Analysis</a:t>
            </a:r>
          </a:p>
        </p:txBody>
      </p:sp>
      <p:sp>
        <p:nvSpPr>
          <p:cNvPr id="9" name="TextBox 8">
            <a:extLst>
              <a:ext uri="{FF2B5EF4-FFF2-40B4-BE49-F238E27FC236}">
                <a16:creationId xmlns:a16="http://schemas.microsoft.com/office/drawing/2014/main" id="{A941E6B8-23CA-4CBE-9F3E-B78BEE1E5AD5}"/>
              </a:ext>
            </a:extLst>
          </p:cNvPr>
          <p:cNvSpPr txBox="1"/>
          <p:nvPr/>
        </p:nvSpPr>
        <p:spPr>
          <a:xfrm>
            <a:off x="340216" y="1573306"/>
            <a:ext cx="6168160" cy="1938992"/>
          </a:xfrm>
          <a:prstGeom prst="rect">
            <a:avLst/>
          </a:prstGeom>
          <a:noFill/>
        </p:spPr>
        <p:txBody>
          <a:bodyPr wrap="square" rtlCol="0">
            <a:spAutoFit/>
          </a:bodyPr>
          <a:lstStyle/>
          <a:p>
            <a:r>
              <a:rPr lang="en-US" sz="2400" dirty="0"/>
              <a:t>As we can see the Reason for Train Delays most of the issues are of Signal Failure , Technical Issues Staff Shortage and Weather Conditions the Least issues are of Traffic  </a:t>
            </a:r>
          </a:p>
        </p:txBody>
      </p:sp>
      <p:pic>
        <p:nvPicPr>
          <p:cNvPr id="4" name="Picture 3">
            <a:extLst>
              <a:ext uri="{FF2B5EF4-FFF2-40B4-BE49-F238E27FC236}">
                <a16:creationId xmlns:a16="http://schemas.microsoft.com/office/drawing/2014/main" id="{B15A4F91-E75C-489C-B3CB-05742D1D4F3A}"/>
              </a:ext>
            </a:extLst>
          </p:cNvPr>
          <p:cNvPicPr>
            <a:picLocks noChangeAspect="1"/>
          </p:cNvPicPr>
          <p:nvPr/>
        </p:nvPicPr>
        <p:blipFill>
          <a:blip r:embed="rId2"/>
          <a:stretch>
            <a:fillRect/>
          </a:stretch>
        </p:blipFill>
        <p:spPr>
          <a:xfrm>
            <a:off x="6595417" y="950668"/>
            <a:ext cx="5031980" cy="4460164"/>
          </a:xfrm>
          <a:prstGeom prst="rect">
            <a:avLst/>
          </a:prstGeom>
        </p:spPr>
      </p:pic>
    </p:spTree>
    <p:extLst>
      <p:ext uri="{BB962C8B-B14F-4D97-AF65-F5344CB8AC3E}">
        <p14:creationId xmlns:p14="http://schemas.microsoft.com/office/powerpoint/2010/main" val="884753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0E9FA75-2A66-EAE8-E898-09505E656D44}"/>
              </a:ext>
            </a:extLst>
          </p:cNvPr>
          <p:cNvSpPr>
            <a:spLocks noGrp="1"/>
          </p:cNvSpPr>
          <p:nvPr>
            <p:ph type="title"/>
          </p:nvPr>
        </p:nvSpPr>
        <p:spPr>
          <a:xfrm>
            <a:off x="340216" y="268087"/>
            <a:ext cx="3075338" cy="682581"/>
          </a:xfrm>
        </p:spPr>
        <p:txBody>
          <a:bodyPr/>
          <a:lstStyle/>
          <a:p>
            <a:pPr algn="l"/>
            <a:r>
              <a:rPr lang="en-US" sz="4800" dirty="0">
                <a:solidFill>
                  <a:srgbClr val="FF0000"/>
                </a:solidFill>
              </a:rPr>
              <a:t>Analysis</a:t>
            </a:r>
          </a:p>
        </p:txBody>
      </p:sp>
      <p:sp>
        <p:nvSpPr>
          <p:cNvPr id="9" name="TextBox 8">
            <a:extLst>
              <a:ext uri="{FF2B5EF4-FFF2-40B4-BE49-F238E27FC236}">
                <a16:creationId xmlns:a16="http://schemas.microsoft.com/office/drawing/2014/main" id="{A941E6B8-23CA-4CBE-9F3E-B78BEE1E5AD5}"/>
              </a:ext>
            </a:extLst>
          </p:cNvPr>
          <p:cNvSpPr txBox="1"/>
          <p:nvPr/>
        </p:nvSpPr>
        <p:spPr>
          <a:xfrm>
            <a:off x="340216" y="1573305"/>
            <a:ext cx="5287378" cy="2677656"/>
          </a:xfrm>
          <a:prstGeom prst="rect">
            <a:avLst/>
          </a:prstGeom>
          <a:noFill/>
        </p:spPr>
        <p:txBody>
          <a:bodyPr wrap="square" rtlCol="0">
            <a:spAutoFit/>
          </a:bodyPr>
          <a:lstStyle/>
          <a:p>
            <a:r>
              <a:rPr lang="en-US" sz="2400" dirty="0"/>
              <a:t>By Observing the Figures of Refund Request By Average Price and Train Refund Average Train Minutes we can see that Average Price has Impact on Refund Request to some extent and Delayed Minutes Also has effect on Refund Request .</a:t>
            </a:r>
          </a:p>
        </p:txBody>
      </p:sp>
      <p:pic>
        <p:nvPicPr>
          <p:cNvPr id="3" name="Picture 2">
            <a:extLst>
              <a:ext uri="{FF2B5EF4-FFF2-40B4-BE49-F238E27FC236}">
                <a16:creationId xmlns:a16="http://schemas.microsoft.com/office/drawing/2014/main" id="{221737E7-0E89-4B73-AEDD-DB3937894895}"/>
              </a:ext>
            </a:extLst>
          </p:cNvPr>
          <p:cNvPicPr>
            <a:picLocks noChangeAspect="1"/>
          </p:cNvPicPr>
          <p:nvPr/>
        </p:nvPicPr>
        <p:blipFill>
          <a:blip r:embed="rId2"/>
          <a:stretch>
            <a:fillRect/>
          </a:stretch>
        </p:blipFill>
        <p:spPr>
          <a:xfrm>
            <a:off x="8037755" y="148322"/>
            <a:ext cx="3587228" cy="3632919"/>
          </a:xfrm>
          <a:prstGeom prst="rect">
            <a:avLst/>
          </a:prstGeom>
        </p:spPr>
      </p:pic>
      <p:pic>
        <p:nvPicPr>
          <p:cNvPr id="6" name="Picture 5">
            <a:extLst>
              <a:ext uri="{FF2B5EF4-FFF2-40B4-BE49-F238E27FC236}">
                <a16:creationId xmlns:a16="http://schemas.microsoft.com/office/drawing/2014/main" id="{652925E9-9E0D-420F-ACCD-C27A3121B9B5}"/>
              </a:ext>
            </a:extLst>
          </p:cNvPr>
          <p:cNvPicPr>
            <a:picLocks noChangeAspect="1"/>
          </p:cNvPicPr>
          <p:nvPr/>
        </p:nvPicPr>
        <p:blipFill>
          <a:blip r:embed="rId3"/>
          <a:stretch>
            <a:fillRect/>
          </a:stretch>
        </p:blipFill>
        <p:spPr>
          <a:xfrm>
            <a:off x="8128745" y="3781241"/>
            <a:ext cx="3651098" cy="2955960"/>
          </a:xfrm>
          <a:prstGeom prst="rect">
            <a:avLst/>
          </a:prstGeom>
        </p:spPr>
      </p:pic>
    </p:spTree>
    <p:extLst>
      <p:ext uri="{BB962C8B-B14F-4D97-AF65-F5344CB8AC3E}">
        <p14:creationId xmlns:p14="http://schemas.microsoft.com/office/powerpoint/2010/main" val="945878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0E9FA75-2A66-EAE8-E898-09505E656D44}"/>
              </a:ext>
            </a:extLst>
          </p:cNvPr>
          <p:cNvSpPr>
            <a:spLocks noGrp="1"/>
          </p:cNvSpPr>
          <p:nvPr>
            <p:ph type="title"/>
          </p:nvPr>
        </p:nvSpPr>
        <p:spPr>
          <a:xfrm>
            <a:off x="340216" y="268087"/>
            <a:ext cx="3075338" cy="682581"/>
          </a:xfrm>
        </p:spPr>
        <p:txBody>
          <a:bodyPr/>
          <a:lstStyle/>
          <a:p>
            <a:pPr algn="l"/>
            <a:r>
              <a:rPr lang="en-US" sz="4800" dirty="0">
                <a:solidFill>
                  <a:srgbClr val="FF0000"/>
                </a:solidFill>
              </a:rPr>
              <a:t>Analysis</a:t>
            </a:r>
          </a:p>
        </p:txBody>
      </p:sp>
      <p:sp>
        <p:nvSpPr>
          <p:cNvPr id="9" name="TextBox 8">
            <a:extLst>
              <a:ext uri="{FF2B5EF4-FFF2-40B4-BE49-F238E27FC236}">
                <a16:creationId xmlns:a16="http://schemas.microsoft.com/office/drawing/2014/main" id="{A941E6B8-23CA-4CBE-9F3E-B78BEE1E5AD5}"/>
              </a:ext>
            </a:extLst>
          </p:cNvPr>
          <p:cNvSpPr txBox="1"/>
          <p:nvPr/>
        </p:nvSpPr>
        <p:spPr>
          <a:xfrm>
            <a:off x="340216" y="1573304"/>
            <a:ext cx="4379702" cy="2677656"/>
          </a:xfrm>
          <a:prstGeom prst="rect">
            <a:avLst/>
          </a:prstGeom>
          <a:noFill/>
        </p:spPr>
        <p:txBody>
          <a:bodyPr wrap="square" rtlCol="0">
            <a:spAutoFit/>
          </a:bodyPr>
          <a:lstStyle/>
          <a:p>
            <a:r>
              <a:rPr lang="en-US" sz="2400" dirty="0"/>
              <a:t>By Observing the Visual of No of Customers By Time we can see that 14,17 ,20,7,8,9 are peak hours of Customers when they Purchase Ticket by using this information we can draw further insights.</a:t>
            </a:r>
          </a:p>
        </p:txBody>
      </p:sp>
      <p:pic>
        <p:nvPicPr>
          <p:cNvPr id="4" name="Picture 3">
            <a:extLst>
              <a:ext uri="{FF2B5EF4-FFF2-40B4-BE49-F238E27FC236}">
                <a16:creationId xmlns:a16="http://schemas.microsoft.com/office/drawing/2014/main" id="{2FC48985-C650-4D55-90B1-15925ED13F15}"/>
              </a:ext>
            </a:extLst>
          </p:cNvPr>
          <p:cNvPicPr>
            <a:picLocks noChangeAspect="1"/>
          </p:cNvPicPr>
          <p:nvPr/>
        </p:nvPicPr>
        <p:blipFill>
          <a:blip r:embed="rId2"/>
          <a:stretch>
            <a:fillRect/>
          </a:stretch>
        </p:blipFill>
        <p:spPr>
          <a:xfrm>
            <a:off x="5131922" y="950668"/>
            <a:ext cx="6719862" cy="3676758"/>
          </a:xfrm>
          <a:prstGeom prst="rect">
            <a:avLst/>
          </a:prstGeom>
        </p:spPr>
      </p:pic>
    </p:spTree>
    <p:extLst>
      <p:ext uri="{BB962C8B-B14F-4D97-AF65-F5344CB8AC3E}">
        <p14:creationId xmlns:p14="http://schemas.microsoft.com/office/powerpoint/2010/main" val="2375448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0E9FA75-2A66-EAE8-E898-09505E656D44}"/>
              </a:ext>
            </a:extLst>
          </p:cNvPr>
          <p:cNvSpPr>
            <a:spLocks noGrp="1"/>
          </p:cNvSpPr>
          <p:nvPr>
            <p:ph type="title"/>
          </p:nvPr>
        </p:nvSpPr>
        <p:spPr>
          <a:xfrm>
            <a:off x="340215" y="268087"/>
            <a:ext cx="6558125" cy="682581"/>
          </a:xfrm>
        </p:spPr>
        <p:txBody>
          <a:bodyPr/>
          <a:lstStyle/>
          <a:p>
            <a:pPr algn="l"/>
            <a:r>
              <a:rPr lang="en-US" sz="4800" dirty="0">
                <a:solidFill>
                  <a:srgbClr val="FF0000"/>
                </a:solidFill>
              </a:rPr>
              <a:t>Hypothesis Testing</a:t>
            </a:r>
          </a:p>
        </p:txBody>
      </p:sp>
      <p:pic>
        <p:nvPicPr>
          <p:cNvPr id="3" name="Picture 2">
            <a:extLst>
              <a:ext uri="{FF2B5EF4-FFF2-40B4-BE49-F238E27FC236}">
                <a16:creationId xmlns:a16="http://schemas.microsoft.com/office/drawing/2014/main" id="{D0F31727-B750-4B41-92FC-0C2FDE9980FC}"/>
              </a:ext>
            </a:extLst>
          </p:cNvPr>
          <p:cNvPicPr>
            <a:picLocks noChangeAspect="1"/>
          </p:cNvPicPr>
          <p:nvPr/>
        </p:nvPicPr>
        <p:blipFill>
          <a:blip r:embed="rId2"/>
          <a:stretch>
            <a:fillRect/>
          </a:stretch>
        </p:blipFill>
        <p:spPr>
          <a:xfrm>
            <a:off x="5701553" y="1628588"/>
            <a:ext cx="6117887" cy="4961325"/>
          </a:xfrm>
          <a:prstGeom prst="rect">
            <a:avLst/>
          </a:prstGeom>
        </p:spPr>
      </p:pic>
      <p:pic>
        <p:nvPicPr>
          <p:cNvPr id="6" name="Picture 5">
            <a:extLst>
              <a:ext uri="{FF2B5EF4-FFF2-40B4-BE49-F238E27FC236}">
                <a16:creationId xmlns:a16="http://schemas.microsoft.com/office/drawing/2014/main" id="{0095A895-6EF0-4F94-B577-6172D802FAC4}"/>
              </a:ext>
            </a:extLst>
          </p:cNvPr>
          <p:cNvPicPr>
            <a:picLocks noChangeAspect="1"/>
          </p:cNvPicPr>
          <p:nvPr/>
        </p:nvPicPr>
        <p:blipFill>
          <a:blip r:embed="rId3"/>
          <a:stretch>
            <a:fillRect/>
          </a:stretch>
        </p:blipFill>
        <p:spPr>
          <a:xfrm>
            <a:off x="7849621" y="797129"/>
            <a:ext cx="2407775" cy="328333"/>
          </a:xfrm>
          <a:prstGeom prst="rect">
            <a:avLst/>
          </a:prstGeom>
        </p:spPr>
      </p:pic>
      <p:sp>
        <p:nvSpPr>
          <p:cNvPr id="11" name="TextBox 10">
            <a:extLst>
              <a:ext uri="{FF2B5EF4-FFF2-40B4-BE49-F238E27FC236}">
                <a16:creationId xmlns:a16="http://schemas.microsoft.com/office/drawing/2014/main" id="{AADDCCE7-064D-4221-A4AC-FAA639A5BF94}"/>
              </a:ext>
            </a:extLst>
          </p:cNvPr>
          <p:cNvSpPr txBox="1"/>
          <p:nvPr/>
        </p:nvSpPr>
        <p:spPr>
          <a:xfrm>
            <a:off x="8539157" y="359356"/>
            <a:ext cx="1028701" cy="369332"/>
          </a:xfrm>
          <a:prstGeom prst="rect">
            <a:avLst/>
          </a:prstGeom>
          <a:noFill/>
        </p:spPr>
        <p:txBody>
          <a:bodyPr wrap="square" rtlCol="0">
            <a:spAutoFit/>
          </a:bodyPr>
          <a:lstStyle/>
          <a:p>
            <a:r>
              <a:rPr lang="en-US" dirty="0">
                <a:solidFill>
                  <a:srgbClr val="FF0000"/>
                </a:solidFill>
              </a:rPr>
              <a:t>P-Value</a:t>
            </a:r>
          </a:p>
        </p:txBody>
      </p:sp>
      <p:sp>
        <p:nvSpPr>
          <p:cNvPr id="12" name="TextBox 11">
            <a:extLst>
              <a:ext uri="{FF2B5EF4-FFF2-40B4-BE49-F238E27FC236}">
                <a16:creationId xmlns:a16="http://schemas.microsoft.com/office/drawing/2014/main" id="{A0584200-FB91-4AA5-83E4-ECF1CEF1B319}"/>
              </a:ext>
            </a:extLst>
          </p:cNvPr>
          <p:cNvSpPr txBox="1"/>
          <p:nvPr/>
        </p:nvSpPr>
        <p:spPr>
          <a:xfrm>
            <a:off x="696563" y="1638848"/>
            <a:ext cx="4225061" cy="2677656"/>
          </a:xfrm>
          <a:prstGeom prst="rect">
            <a:avLst/>
          </a:prstGeom>
          <a:noFill/>
        </p:spPr>
        <p:txBody>
          <a:bodyPr wrap="square" rtlCol="0">
            <a:spAutoFit/>
          </a:bodyPr>
          <a:lstStyle/>
          <a:p>
            <a:r>
              <a:rPr lang="en-US" sz="2400" dirty="0"/>
              <a:t>By Observing the P-value and by looking at the Chart we can observe that there is a significant difference between the average price of Standard and Frist Class Ticket. </a:t>
            </a:r>
          </a:p>
        </p:txBody>
      </p:sp>
    </p:spTree>
    <p:extLst>
      <p:ext uri="{BB962C8B-B14F-4D97-AF65-F5344CB8AC3E}">
        <p14:creationId xmlns:p14="http://schemas.microsoft.com/office/powerpoint/2010/main" val="11027862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0E9FA75-2A66-EAE8-E898-09505E656D44}"/>
              </a:ext>
            </a:extLst>
          </p:cNvPr>
          <p:cNvSpPr>
            <a:spLocks noGrp="1"/>
          </p:cNvSpPr>
          <p:nvPr>
            <p:ph type="title"/>
          </p:nvPr>
        </p:nvSpPr>
        <p:spPr>
          <a:xfrm>
            <a:off x="340215" y="268087"/>
            <a:ext cx="6558125" cy="682581"/>
          </a:xfrm>
        </p:spPr>
        <p:txBody>
          <a:bodyPr/>
          <a:lstStyle/>
          <a:p>
            <a:pPr algn="l"/>
            <a:r>
              <a:rPr lang="en-US" sz="4800" dirty="0">
                <a:solidFill>
                  <a:srgbClr val="FF0000"/>
                </a:solidFill>
              </a:rPr>
              <a:t>Suggestions</a:t>
            </a:r>
          </a:p>
        </p:txBody>
      </p:sp>
      <p:sp>
        <p:nvSpPr>
          <p:cNvPr id="8" name="TextBox 7">
            <a:extLst>
              <a:ext uri="{FF2B5EF4-FFF2-40B4-BE49-F238E27FC236}">
                <a16:creationId xmlns:a16="http://schemas.microsoft.com/office/drawing/2014/main" id="{C63F90F8-EFFE-4E21-BF20-68F2FA640BE0}"/>
              </a:ext>
            </a:extLst>
          </p:cNvPr>
          <p:cNvSpPr txBox="1"/>
          <p:nvPr/>
        </p:nvSpPr>
        <p:spPr>
          <a:xfrm>
            <a:off x="467962" y="1166842"/>
            <a:ext cx="11298213" cy="5632311"/>
          </a:xfrm>
          <a:prstGeom prst="rect">
            <a:avLst/>
          </a:prstGeom>
          <a:noFill/>
        </p:spPr>
        <p:txBody>
          <a:bodyPr wrap="square" rtlCol="0">
            <a:spAutoFit/>
          </a:bodyPr>
          <a:lstStyle/>
          <a:p>
            <a:pPr marL="342900" indent="-342900">
              <a:buFont typeface="Arial" panose="020B0604020202020204" pitchFamily="34" charset="0"/>
              <a:buChar char="•"/>
            </a:pPr>
            <a:r>
              <a:rPr lang="en-US" sz="2400" dirty="0"/>
              <a:t>We Saw that Average Price  of Ticket of Train of On Time are stable but there were many ups and downs in the average price of Delayed Trains This needs to be investigated why this is happening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60.2% Customers are booking Tickets Online so the companies can go for digital marketing strategies to attract more customers 39.8% customers are booking train tickets offline from station so companies can go for ads posters and can attract more customers.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Most Used Payment type by Customers are Credit Card 59.5% and Contactless 35.5% and the least payment is made by debit cards So they can work on the strategies to improve Credit Card and Contactless Strategies and they should specially work why people are using debit card Payment method Least.</a:t>
            </a:r>
          </a:p>
          <a:p>
            <a:pPr marL="34290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28025018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0E9FA75-2A66-EAE8-E898-09505E656D44}"/>
              </a:ext>
            </a:extLst>
          </p:cNvPr>
          <p:cNvSpPr>
            <a:spLocks noGrp="1"/>
          </p:cNvSpPr>
          <p:nvPr>
            <p:ph type="title"/>
          </p:nvPr>
        </p:nvSpPr>
        <p:spPr>
          <a:xfrm>
            <a:off x="340215" y="268087"/>
            <a:ext cx="6558125" cy="682581"/>
          </a:xfrm>
        </p:spPr>
        <p:txBody>
          <a:bodyPr/>
          <a:lstStyle/>
          <a:p>
            <a:pPr algn="l"/>
            <a:r>
              <a:rPr lang="en-US" sz="4800" dirty="0">
                <a:solidFill>
                  <a:srgbClr val="FF0000"/>
                </a:solidFill>
              </a:rPr>
              <a:t>Suggestions</a:t>
            </a:r>
          </a:p>
        </p:txBody>
      </p:sp>
      <p:sp>
        <p:nvSpPr>
          <p:cNvPr id="8" name="TextBox 7">
            <a:extLst>
              <a:ext uri="{FF2B5EF4-FFF2-40B4-BE49-F238E27FC236}">
                <a16:creationId xmlns:a16="http://schemas.microsoft.com/office/drawing/2014/main" id="{C63F90F8-EFFE-4E21-BF20-68F2FA640BE0}"/>
              </a:ext>
            </a:extLst>
          </p:cNvPr>
          <p:cNvSpPr txBox="1"/>
          <p:nvPr/>
        </p:nvSpPr>
        <p:spPr>
          <a:xfrm>
            <a:off x="467962" y="1166842"/>
            <a:ext cx="11298213" cy="1200329"/>
          </a:xfrm>
          <a:prstGeom prst="rect">
            <a:avLst/>
          </a:prstGeom>
          <a:noFill/>
        </p:spPr>
        <p:txBody>
          <a:bodyPr wrap="square" rtlCol="0">
            <a:spAutoFit/>
          </a:bodyPr>
          <a:lstStyle/>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US" sz="2400" dirty="0"/>
          </a:p>
        </p:txBody>
      </p:sp>
      <p:sp>
        <p:nvSpPr>
          <p:cNvPr id="4" name="TextBox 3">
            <a:extLst>
              <a:ext uri="{FF2B5EF4-FFF2-40B4-BE49-F238E27FC236}">
                <a16:creationId xmlns:a16="http://schemas.microsoft.com/office/drawing/2014/main" id="{F6408473-8C9B-4287-BFEA-1605B06B3CB4}"/>
              </a:ext>
            </a:extLst>
          </p:cNvPr>
          <p:cNvSpPr txBox="1"/>
          <p:nvPr/>
        </p:nvSpPr>
        <p:spPr>
          <a:xfrm>
            <a:off x="425825" y="1039094"/>
            <a:ext cx="11298213" cy="6370975"/>
          </a:xfrm>
          <a:prstGeom prst="rect">
            <a:avLst/>
          </a:prstGeom>
          <a:noFill/>
        </p:spPr>
        <p:txBody>
          <a:bodyPr wrap="square" rtlCol="0">
            <a:spAutoFit/>
          </a:bodyPr>
          <a:lstStyle/>
          <a:p>
            <a:pPr marL="342900" indent="-342900">
              <a:buFont typeface="Arial" panose="020B0604020202020204" pitchFamily="34" charset="0"/>
              <a:buChar char="•"/>
            </a:pPr>
            <a:r>
              <a:rPr lang="en-US" sz="2400" dirty="0"/>
              <a:t>Most of the Reasons for Delayed Trains are Signal Failure ,  Staff Shortage , Technical Issues , Weather Conditions and Least one is Traffic . A complete investigation is needed to find out the reason Behind Signal Failure why it is happening , also there is need of more staff hiring to resolve staff issues . More Tech persons should be hired to resolve any issues related to Technology. Weather Conditions cannot be controlled but we can prepare everything for the bad weather conditions like equipment etc. For Traffic issues Train companies can contact to the Traffic management departments for resolving Traffic Related issues.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Peak Hours for Train Booking are 14,17,20,7,8,9 in these hours there should be proper equipment , staff and everything related to Trains Because in this way we can reduce Delaying of Trains and make the bookings not get cancelled on other hours companies should provide special offers to attract customers.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4230881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29238A-3CEC-2304-CD52-8C0826AAC5C5}"/>
              </a:ext>
            </a:extLst>
          </p:cNvPr>
          <p:cNvSpPr>
            <a:spLocks noGrp="1"/>
          </p:cNvSpPr>
          <p:nvPr>
            <p:ph type="title"/>
          </p:nvPr>
        </p:nvSpPr>
        <p:spPr>
          <a:xfrm>
            <a:off x="878802" y="1256429"/>
            <a:ext cx="2925382" cy="788756"/>
          </a:xfrm>
        </p:spPr>
        <p:txBody>
          <a:bodyPr>
            <a:noAutofit/>
          </a:bodyPr>
          <a:lstStyle/>
          <a:p>
            <a:r>
              <a:rPr lang="en-US" dirty="0">
                <a:solidFill>
                  <a:srgbClr val="FF0000"/>
                </a:solidFill>
              </a:rPr>
              <a:t>contact info</a:t>
            </a:r>
          </a:p>
        </p:txBody>
      </p:sp>
      <p:sp>
        <p:nvSpPr>
          <p:cNvPr id="4" name="Content Placeholder 3">
            <a:extLst>
              <a:ext uri="{FF2B5EF4-FFF2-40B4-BE49-F238E27FC236}">
                <a16:creationId xmlns:a16="http://schemas.microsoft.com/office/drawing/2014/main" id="{B59B32F8-EA90-B183-AAD3-9C1D536D3268}"/>
              </a:ext>
            </a:extLst>
          </p:cNvPr>
          <p:cNvSpPr>
            <a:spLocks noGrp="1"/>
          </p:cNvSpPr>
          <p:nvPr>
            <p:ph idx="1"/>
          </p:nvPr>
        </p:nvSpPr>
        <p:spPr>
          <a:xfrm>
            <a:off x="7242048" y="1024755"/>
            <a:ext cx="3486447" cy="1133437"/>
          </a:xfrm>
        </p:spPr>
        <p:txBody>
          <a:bodyPr anchor="b" anchorCtr="0"/>
          <a:lstStyle/>
          <a:p>
            <a:r>
              <a:rPr lang="en-US" dirty="0">
                <a:solidFill>
                  <a:srgbClr val="FF0000"/>
                </a:solidFill>
              </a:rPr>
              <a:t>Amish Ilyas</a:t>
            </a:r>
            <a:endParaRPr lang="en-US" dirty="0"/>
          </a:p>
          <a:p>
            <a:r>
              <a:rPr lang="en-US" dirty="0">
                <a:solidFill>
                  <a:srgbClr val="FF0000"/>
                </a:solidFill>
              </a:rPr>
              <a:t>ilyasamish@gmail.com</a:t>
            </a:r>
          </a:p>
        </p:txBody>
      </p:sp>
      <p:pic>
        <p:nvPicPr>
          <p:cNvPr id="12" name="Picture Placeholder 11">
            <a:extLst>
              <a:ext uri="{FF2B5EF4-FFF2-40B4-BE49-F238E27FC236}">
                <a16:creationId xmlns:a16="http://schemas.microsoft.com/office/drawing/2014/main" id="{FD433C19-8B8A-4616-8404-01429949F08B}"/>
              </a:ext>
            </a:extLst>
          </p:cNvPr>
          <p:cNvPicPr>
            <a:picLocks noGrp="1" noChangeAspect="1"/>
          </p:cNvPicPr>
          <p:nvPr>
            <p:ph type="pic" sz="quarter" idx="10"/>
          </p:nvPr>
        </p:nvPicPr>
        <p:blipFill rotWithShape="1">
          <a:blip r:embed="rId2"/>
          <a:srcRect l="515" t="19120" r="-515" b="29958"/>
          <a:stretch/>
        </p:blipFill>
        <p:spPr>
          <a:xfrm>
            <a:off x="0" y="3365062"/>
            <a:ext cx="12192000" cy="3492938"/>
          </a:xfrm>
        </p:spPr>
      </p:pic>
    </p:spTree>
    <p:extLst>
      <p:ext uri="{BB962C8B-B14F-4D97-AF65-F5344CB8AC3E}">
        <p14:creationId xmlns:p14="http://schemas.microsoft.com/office/powerpoint/2010/main" val="715994300"/>
      </p:ext>
    </p:extLst>
  </p:cSld>
  <p:clrMapOvr>
    <a:masterClrMapping/>
  </p:clrMapOvr>
</p:sld>
</file>

<file path=ppt/theme/theme1.xml><?xml version="1.0" encoding="utf-8"?>
<a:theme xmlns:a="http://schemas.openxmlformats.org/drawingml/2006/main" name="Custom">
  <a:themeElements>
    <a:clrScheme name="Custom 14">
      <a:dk1>
        <a:srgbClr val="000000"/>
      </a:dk1>
      <a:lt1>
        <a:srgbClr val="FFFFFF"/>
      </a:lt1>
      <a:dk2>
        <a:srgbClr val="1C4C3C"/>
      </a:dk2>
      <a:lt2>
        <a:srgbClr val="E7E6E6"/>
      </a:lt2>
      <a:accent1>
        <a:srgbClr val="8FA971"/>
      </a:accent1>
      <a:accent2>
        <a:srgbClr val="345496"/>
      </a:accent2>
      <a:accent3>
        <a:srgbClr val="BD7B28"/>
      </a:accent3>
      <a:accent4>
        <a:srgbClr val="00698A"/>
      </a:accent4>
      <a:accent5>
        <a:srgbClr val="648260"/>
      </a:accent5>
      <a:accent6>
        <a:srgbClr val="F1EAE0"/>
      </a:accent6>
      <a:hlink>
        <a:srgbClr val="1B4C3C"/>
      </a:hlink>
      <a:folHlink>
        <a:srgbClr val="BD7B27"/>
      </a:folHlink>
    </a:clrScheme>
    <a:fontScheme name="Custom 12">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ature course presentation_win32_EF_v3" id="{6402AD57-DE70-4CBC-820B-73D40CB74EE1}" vid="{026A6399-DEC0-4FFB-89AD-D1F0CBCEBF7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1CD4AE2-8CDF-460B-B8DD-E25B2976266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034B83F-6906-4689-98C9-AAA52DE98A6C}">
  <ds:schemaRefs>
    <ds:schemaRef ds:uri="http://schemas.microsoft.com/sharepoint/v3/contenttype/forms"/>
  </ds:schemaRefs>
</ds:datastoreItem>
</file>

<file path=customXml/itemProps3.xml><?xml version="1.0" encoding="utf-8"?>
<ds:datastoreItem xmlns:ds="http://schemas.openxmlformats.org/officeDocument/2006/customXml" ds:itemID="{FCC7764E-1B88-4813-902C-6714719B42F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Nature course presentation</Template>
  <TotalTime>385</TotalTime>
  <Words>1037</Words>
  <Application>Microsoft Office PowerPoint</Application>
  <PresentationFormat>Widescreen</PresentationFormat>
  <Paragraphs>64</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Avenir Next LT Pro</vt:lpstr>
      <vt:lpstr>Avenir Next LT Pro Light</vt:lpstr>
      <vt:lpstr>Calibri</vt:lpstr>
      <vt:lpstr>inherit</vt:lpstr>
      <vt:lpstr>Inter</vt:lpstr>
      <vt:lpstr>Custom</vt:lpstr>
      <vt:lpstr>UK train Rides Analysis  jan-April 2024</vt:lpstr>
      <vt:lpstr>agenda</vt:lpstr>
      <vt:lpstr>Problem Statement</vt:lpstr>
      <vt:lpstr>Dataset Overview</vt:lpstr>
      <vt:lpstr>Dataset Overview</vt:lpstr>
      <vt:lpstr>Analysis</vt:lpstr>
      <vt:lpstr>Analysis</vt:lpstr>
      <vt:lpstr>Analysis</vt:lpstr>
      <vt:lpstr>Analysis</vt:lpstr>
      <vt:lpstr>Analysis</vt:lpstr>
      <vt:lpstr>Analysis</vt:lpstr>
      <vt:lpstr>Analysis</vt:lpstr>
      <vt:lpstr>Hypothesis Testing</vt:lpstr>
      <vt:lpstr>Suggestions</vt:lpstr>
      <vt:lpstr>Suggestions</vt:lpstr>
      <vt:lpstr>contact info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Climate initiatives</dc:title>
  <dc:creator>Amish Ilyas</dc:creator>
  <cp:lastModifiedBy>Amish Ilyas</cp:lastModifiedBy>
  <cp:revision>19</cp:revision>
  <dcterms:created xsi:type="dcterms:W3CDTF">2024-08-04T18:38:57Z</dcterms:created>
  <dcterms:modified xsi:type="dcterms:W3CDTF">2024-08-05T17:04:34Z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