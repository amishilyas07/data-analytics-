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8"/>
  </p:notesMasterIdLst>
  <p:handoutMasterIdLst>
    <p:handoutMasterId r:id="rId19"/>
  </p:handoutMasterIdLst>
  <p:sldIdLst>
    <p:sldId id="400" r:id="rId5"/>
    <p:sldId id="391" r:id="rId6"/>
    <p:sldId id="403" r:id="rId7"/>
    <p:sldId id="404" r:id="rId8"/>
    <p:sldId id="261" r:id="rId9"/>
    <p:sldId id="405" r:id="rId10"/>
    <p:sldId id="406" r:id="rId11"/>
    <p:sldId id="407" r:id="rId12"/>
    <p:sldId id="408" r:id="rId13"/>
    <p:sldId id="409" r:id="rId14"/>
    <p:sldId id="410" r:id="rId15"/>
    <p:sldId id="398" r:id="rId16"/>
    <p:sldId id="2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105" d="100"/>
          <a:sy n="105" d="100"/>
        </p:scale>
        <p:origin x="834"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62" d="100"/>
          <a:sy n="62" d="100"/>
        </p:scale>
        <p:origin x="226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E:\New%20folder%20E\Data%20Analyst%20Roadmap\Data%20Science%20Roadmap%20Campus%20X\Data%20Analytics%20Practice%20From%20Scratch\Excel\Israel%20vs%20Palestenian%20Dataset\archive\fatalities_isr_pse_conflict_2000_to_2023_Analysi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Exploration!PivotTable10</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a:solidFill>
                  <a:schemeClr val="tx1"/>
                </a:solidFill>
              </a:rPr>
              <a:t>Deaths Over</a:t>
            </a:r>
            <a:r>
              <a:rPr lang="en-US" sz="2000" b="1" baseline="0">
                <a:solidFill>
                  <a:schemeClr val="tx1"/>
                </a:solidFill>
              </a:rPr>
              <a:t> The Years</a:t>
            </a:r>
            <a:endParaRPr lang="en-US" sz="2000" b="1">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rgbClr val="FF0000"/>
            </a:solidFill>
            <a:round/>
          </a:ln>
          <a:effectLst/>
        </c:spPr>
        <c:marker>
          <c:symbol val="none"/>
        </c:marker>
        <c:dLbl>
          <c:idx val="0"/>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0000"/>
            </a:solidFill>
            <a:round/>
          </a:ln>
          <a:effectLst/>
        </c:spPr>
        <c:marker>
          <c:symbol val="none"/>
        </c:marker>
      </c:pivotFmt>
      <c:pivotFmt>
        <c:idx val="2"/>
        <c:spPr>
          <a:solidFill>
            <a:schemeClr val="accent1"/>
          </a:solidFill>
          <a:ln w="28575" cap="rnd">
            <a:solidFill>
              <a:srgbClr val="FF0000"/>
            </a:solidFill>
            <a:round/>
          </a:ln>
          <a:effectLst/>
        </c:spPr>
        <c:marker>
          <c:symbol val="none"/>
        </c:marker>
      </c:pivotFmt>
      <c:pivotFmt>
        <c:idx val="3"/>
        <c:spPr>
          <a:solidFill>
            <a:schemeClr val="accent1"/>
          </a:solidFill>
          <a:ln w="28575" cap="rnd">
            <a:solidFill>
              <a:srgbClr val="FF0000"/>
            </a:solidFill>
            <a:round/>
          </a:ln>
          <a:effectLst/>
        </c:spPr>
        <c:marker>
          <c:symbol val="none"/>
        </c:marker>
        <c:dLbl>
          <c:idx val="0"/>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0000"/>
            </a:solidFill>
            <a:round/>
          </a:ln>
          <a:effectLst/>
        </c:spPr>
        <c:marker>
          <c:symbol val="none"/>
        </c:marker>
        <c:dLbl>
          <c:idx val="0"/>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0000"/>
            </a:solidFill>
            <a:round/>
          </a:ln>
          <a:effectLst/>
        </c:spPr>
        <c:marker>
          <c:symbol val="none"/>
        </c:marker>
        <c:dLbl>
          <c:idx val="0"/>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0000"/>
            </a:solidFill>
            <a:round/>
          </a:ln>
          <a:effectLst/>
        </c:spPr>
        <c:marker>
          <c:symbol val="none"/>
        </c:marker>
        <c:dLbl>
          <c:idx val="0"/>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9828038736537242E-2"/>
          <c:y val="0.16628673032447597"/>
          <c:w val="0.86484598907895138"/>
          <c:h val="0.66219241757290415"/>
        </c:manualLayout>
      </c:layout>
      <c:lineChart>
        <c:grouping val="standard"/>
        <c:varyColors val="0"/>
        <c:ser>
          <c:idx val="0"/>
          <c:order val="0"/>
          <c:tx>
            <c:strRef>
              <c:f>'Pivot Table and Exploration'!$B$3</c:f>
              <c:strCache>
                <c:ptCount val="1"/>
                <c:pt idx="0">
                  <c:v>Total</c:v>
                </c:pt>
              </c:strCache>
            </c:strRef>
          </c:tx>
          <c:spPr>
            <a:ln w="28575" cap="rnd">
              <a:solidFill>
                <a:srgbClr val="FF0000"/>
              </a:solidFill>
              <a:round/>
            </a:ln>
            <a:effectLst/>
          </c:spPr>
          <c:marker>
            <c:symbol val="none"/>
          </c:marker>
          <c:dLbls>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Exploration'!$A$4:$A$28</c:f>
              <c:strCach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strCache>
            </c:strRef>
          </c:cat>
          <c:val>
            <c:numRef>
              <c:f>'Pivot Table and Exploration'!$B$4:$B$28</c:f>
              <c:numCache>
                <c:formatCode>General</c:formatCode>
                <c:ptCount val="24"/>
                <c:pt idx="0">
                  <c:v>35</c:v>
                </c:pt>
                <c:pt idx="1">
                  <c:v>341</c:v>
                </c:pt>
                <c:pt idx="2">
                  <c:v>1254</c:v>
                </c:pt>
                <c:pt idx="3">
                  <c:v>726</c:v>
                </c:pt>
                <c:pt idx="4">
                  <c:v>928</c:v>
                </c:pt>
                <c:pt idx="5">
                  <c:v>234</c:v>
                </c:pt>
                <c:pt idx="6">
                  <c:v>677</c:v>
                </c:pt>
                <c:pt idx="7">
                  <c:v>395</c:v>
                </c:pt>
                <c:pt idx="8">
                  <c:v>910</c:v>
                </c:pt>
                <c:pt idx="9">
                  <c:v>1038</c:v>
                </c:pt>
                <c:pt idx="10">
                  <c:v>88</c:v>
                </c:pt>
                <c:pt idx="11">
                  <c:v>128</c:v>
                </c:pt>
                <c:pt idx="12">
                  <c:v>260</c:v>
                </c:pt>
                <c:pt idx="13">
                  <c:v>41</c:v>
                </c:pt>
                <c:pt idx="14">
                  <c:v>2299</c:v>
                </c:pt>
                <c:pt idx="15">
                  <c:v>177</c:v>
                </c:pt>
                <c:pt idx="16">
                  <c:v>116</c:v>
                </c:pt>
                <c:pt idx="17">
                  <c:v>76</c:v>
                </c:pt>
                <c:pt idx="18">
                  <c:v>301</c:v>
                </c:pt>
                <c:pt idx="19">
                  <c:v>144</c:v>
                </c:pt>
                <c:pt idx="20">
                  <c:v>30</c:v>
                </c:pt>
                <c:pt idx="21">
                  <c:v>319</c:v>
                </c:pt>
                <c:pt idx="22">
                  <c:v>204</c:v>
                </c:pt>
                <c:pt idx="23">
                  <c:v>248</c:v>
                </c:pt>
              </c:numCache>
            </c:numRef>
          </c:val>
          <c:smooth val="0"/>
          <c:extLst>
            <c:ext xmlns:c16="http://schemas.microsoft.com/office/drawing/2014/chart" uri="{C3380CC4-5D6E-409C-BE32-E72D297353CC}">
              <c16:uniqueId val="{00000000-3904-43F4-971A-C2EB1DCB9EF6}"/>
            </c:ext>
          </c:extLst>
        </c:ser>
        <c:dLbls>
          <c:dLblPos val="t"/>
          <c:showLegendKey val="0"/>
          <c:showVal val="1"/>
          <c:showCatName val="0"/>
          <c:showSerName val="0"/>
          <c:showPercent val="0"/>
          <c:showBubbleSize val="0"/>
        </c:dLbls>
        <c:smooth val="0"/>
        <c:axId val="1528237295"/>
        <c:axId val="1528239215"/>
      </c:lineChart>
      <c:catAx>
        <c:axId val="152823729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a:solidFill>
                      <a:schemeClr val="tx1"/>
                    </a:solidFill>
                  </a:rPr>
                  <a:t>Year</a:t>
                </a:r>
                <a:endParaRPr lang="en-PK" sz="2000" b="1">
                  <a:solidFill>
                    <a:schemeClr val="tx1"/>
                  </a:solidFill>
                </a:endParaRPr>
              </a:p>
            </c:rich>
          </c:tx>
          <c:layout>
            <c:manualLayout>
              <c:xMode val="edge"/>
              <c:yMode val="edge"/>
              <c:x val="0.48698384684673046"/>
              <c:y val="0.9260719541907317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528239215"/>
        <c:crosses val="autoZero"/>
        <c:auto val="1"/>
        <c:lblAlgn val="ctr"/>
        <c:lblOffset val="100"/>
        <c:noMultiLvlLbl val="0"/>
      </c:catAx>
      <c:valAx>
        <c:axId val="1528239215"/>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a:solidFill>
                      <a:schemeClr val="tx1"/>
                    </a:solidFill>
                  </a:rPr>
                  <a:t>No</a:t>
                </a:r>
                <a:r>
                  <a:rPr lang="en-US" sz="2000" b="1" baseline="0">
                    <a:solidFill>
                      <a:schemeClr val="tx1"/>
                    </a:solidFill>
                  </a:rPr>
                  <a:t> of Deaths</a:t>
                </a:r>
                <a:endParaRPr lang="en-PK" sz="2000" b="1">
                  <a:solidFill>
                    <a:schemeClr val="tx1"/>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PK"/>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5282372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Exploration!PivotTable21</c:name>
    <c:fmtId val="14"/>
  </c:pivotSource>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b="1" i="0" u="none" strike="noStrike" kern="1200" spc="0" baseline="0">
                <a:solidFill>
                  <a:schemeClr val="tx1"/>
                </a:solidFill>
              </a:rPr>
              <a:t>No of Deaths Each Month</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PK"/>
        </a:p>
      </c:txPr>
    </c:title>
    <c:autoTitleDeleted val="0"/>
    <c:pivotFmts>
      <c:pivotFmt>
        <c:idx val="0"/>
        <c:spPr>
          <a:solidFill>
            <a:schemeClr val="accent1"/>
          </a:solidFill>
          <a:ln w="28575" cap="rnd">
            <a:solidFill>
              <a:srgbClr val="FF0000"/>
            </a:solidFill>
            <a:round/>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0000"/>
            </a:solidFill>
            <a:round/>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0000"/>
            </a:solidFill>
            <a:round/>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0000"/>
            </a:solidFill>
            <a:round/>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0000"/>
            </a:solidFill>
            <a:round/>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 and Exploration'!$F$166</c:f>
              <c:strCache>
                <c:ptCount val="1"/>
                <c:pt idx="0">
                  <c:v>Total</c:v>
                </c:pt>
              </c:strCache>
            </c:strRef>
          </c:tx>
          <c:spPr>
            <a:ln w="28575" cap="rnd">
              <a:solidFill>
                <a:srgbClr val="FF0000"/>
              </a:solidFill>
              <a:round/>
            </a:ln>
            <a:effectLst/>
          </c:spPr>
          <c:marker>
            <c:symbol val="none"/>
          </c:marker>
          <c:dLbls>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Exploration'!$E$167:$E$179</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 Table and Exploration'!$F$167:$F$179</c:f>
              <c:numCache>
                <c:formatCode>General</c:formatCode>
                <c:ptCount val="12"/>
                <c:pt idx="0">
                  <c:v>1440</c:v>
                </c:pt>
                <c:pt idx="1">
                  <c:v>485</c:v>
                </c:pt>
                <c:pt idx="2">
                  <c:v>877</c:v>
                </c:pt>
                <c:pt idx="3">
                  <c:v>627</c:v>
                </c:pt>
                <c:pt idx="4">
                  <c:v>922</c:v>
                </c:pt>
                <c:pt idx="5">
                  <c:v>503</c:v>
                </c:pt>
                <c:pt idx="6">
                  <c:v>2149</c:v>
                </c:pt>
                <c:pt idx="7">
                  <c:v>1073</c:v>
                </c:pt>
                <c:pt idx="8">
                  <c:v>436</c:v>
                </c:pt>
                <c:pt idx="9">
                  <c:v>736</c:v>
                </c:pt>
                <c:pt idx="10">
                  <c:v>763</c:v>
                </c:pt>
                <c:pt idx="11">
                  <c:v>958</c:v>
                </c:pt>
              </c:numCache>
            </c:numRef>
          </c:val>
          <c:smooth val="0"/>
          <c:extLst>
            <c:ext xmlns:c16="http://schemas.microsoft.com/office/drawing/2014/chart" uri="{C3380CC4-5D6E-409C-BE32-E72D297353CC}">
              <c16:uniqueId val="{00000000-35EF-41A4-890E-CABD0804BF14}"/>
            </c:ext>
          </c:extLst>
        </c:ser>
        <c:dLbls>
          <c:dLblPos val="t"/>
          <c:showLegendKey val="0"/>
          <c:showVal val="1"/>
          <c:showCatName val="0"/>
          <c:showSerName val="0"/>
          <c:showPercent val="0"/>
          <c:showBubbleSize val="0"/>
        </c:dLbls>
        <c:smooth val="0"/>
        <c:axId val="1534515791"/>
        <c:axId val="1534540271"/>
      </c:lineChart>
      <c:catAx>
        <c:axId val="15345157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PK"/>
          </a:p>
        </c:txPr>
        <c:crossAx val="1534540271"/>
        <c:crosses val="autoZero"/>
        <c:auto val="1"/>
        <c:lblAlgn val="ctr"/>
        <c:lblOffset val="100"/>
        <c:noMultiLvlLbl val="0"/>
      </c:catAx>
      <c:valAx>
        <c:axId val="153454027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53451579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a:solidFill>
                  <a:schemeClr val="tx1"/>
                </a:solidFill>
              </a:rPr>
              <a:t>Death Rate By 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pieChart>
        <c:varyColors val="1"/>
        <c:ser>
          <c:idx val="0"/>
          <c:order val="0"/>
          <c:tx>
            <c:strRef>
              <c:f>Charts!$C$17</c:f>
              <c:strCache>
                <c:ptCount val="1"/>
                <c:pt idx="0">
                  <c:v>No of Deaths</c:v>
                </c:pt>
              </c:strCache>
            </c:strRef>
          </c:tx>
          <c:dPt>
            <c:idx val="0"/>
            <c:bubble3D val="0"/>
            <c:spPr>
              <a:solidFill>
                <a:srgbClr val="FF99CC"/>
              </a:solidFill>
              <a:ln w="19050">
                <a:solidFill>
                  <a:schemeClr val="lt1"/>
                </a:solidFill>
              </a:ln>
              <a:effectLst/>
            </c:spPr>
            <c:extLst>
              <c:ext xmlns:c16="http://schemas.microsoft.com/office/drawing/2014/chart" uri="{C3380CC4-5D6E-409C-BE32-E72D297353CC}">
                <c16:uniqueId val="{00000001-67D6-46F2-AAC8-A2034C799794}"/>
              </c:ext>
            </c:extLst>
          </c:dPt>
          <c:dPt>
            <c:idx val="1"/>
            <c:bubble3D val="0"/>
            <c:spPr>
              <a:solidFill>
                <a:schemeClr val="tx2">
                  <a:lumMod val="75000"/>
                </a:schemeClr>
              </a:solidFill>
              <a:ln w="19050">
                <a:solidFill>
                  <a:schemeClr val="lt1"/>
                </a:solidFill>
              </a:ln>
              <a:effectLst/>
            </c:spPr>
            <c:extLst>
              <c:ext xmlns:c16="http://schemas.microsoft.com/office/drawing/2014/chart" uri="{C3380CC4-5D6E-409C-BE32-E72D297353CC}">
                <c16:uniqueId val="{00000003-67D6-46F2-AAC8-A2034C799794}"/>
              </c:ext>
            </c:extLst>
          </c:dPt>
          <c:dLbls>
            <c:spPr>
              <a:solidFill>
                <a:schemeClr val="bg2">
                  <a:lumMod val="90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Charts!$B$18:$B$19</c:f>
              <c:strCache>
                <c:ptCount val="2"/>
                <c:pt idx="0">
                  <c:v>Female</c:v>
                </c:pt>
                <c:pt idx="1">
                  <c:v>Male</c:v>
                </c:pt>
              </c:strCache>
            </c:strRef>
          </c:cat>
          <c:val>
            <c:numRef>
              <c:f>Charts!$C$18:$C$19</c:f>
              <c:numCache>
                <c:formatCode>0.00%</c:formatCode>
                <c:ptCount val="2"/>
                <c:pt idx="0">
                  <c:v>0.12599143039474883</c:v>
                </c:pt>
                <c:pt idx="1">
                  <c:v>0.8740085696052512</c:v>
                </c:pt>
              </c:numCache>
            </c:numRef>
          </c:val>
          <c:extLst>
            <c:ext xmlns:c16="http://schemas.microsoft.com/office/drawing/2014/chart" uri="{C3380CC4-5D6E-409C-BE32-E72D297353CC}">
              <c16:uniqueId val="{00000004-67D6-46F2-AAC8-A2034C799794}"/>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Exploration!PivotTable16</c:name>
    <c:fmtId val="14"/>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2000" b="0" i="0" u="none" strike="noStrike" kern="1200" spc="0" baseline="0">
                <a:solidFill>
                  <a:sysClr val="windowText" lastClr="000000">
                    <a:lumMod val="65000"/>
                    <a:lumOff val="35000"/>
                  </a:sysClr>
                </a:solidFill>
                <a:latin typeface="+mn-lt"/>
                <a:ea typeface="+mn-ea"/>
                <a:cs typeface="+mn-cs"/>
              </a:defRPr>
            </a:pPr>
            <a:r>
              <a:rPr lang="en-US" sz="2000" b="1" i="0" u="none" strike="noStrike" kern="1200" spc="0" baseline="0">
                <a:solidFill>
                  <a:schemeClr val="tx1"/>
                </a:solidFill>
              </a:rPr>
              <a:t>Deaths By Age </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2000" b="0" i="0" u="none" strike="noStrike" kern="1200" spc="0" baseline="0">
              <a:solidFill>
                <a:sysClr val="windowText" lastClr="000000">
                  <a:lumMod val="65000"/>
                  <a:lumOff val="35000"/>
                </a:sysClr>
              </a:solidFill>
              <a:latin typeface="+mn-lt"/>
              <a:ea typeface="+mn-ea"/>
              <a:cs typeface="+mn-cs"/>
            </a:defRPr>
          </a:pPr>
          <a:endParaRPr lang="en-PK"/>
        </a:p>
      </c:txPr>
    </c:title>
    <c:autoTitleDeleted val="0"/>
    <c:pivotFmts>
      <c:pivotFmt>
        <c:idx val="0"/>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dLbl>
          <c:idx val="0"/>
          <c:layout>
            <c:manualLayout>
              <c:x val="1.8541925124335088E-2"/>
              <c:y val="-7.619042177554821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a:noFill/>
          </a:ln>
          <a:effectLst/>
        </c:spPr>
        <c:dLbl>
          <c:idx val="0"/>
          <c:layout>
            <c:manualLayout>
              <c:x val="-2.5284443351366093E-2"/>
              <c:y val="3.6281153226451531E-3"/>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dLbl>
          <c:idx val="0"/>
          <c:layout>
            <c:manualLayout>
              <c:x val="1.5170666010819619E-2"/>
              <c:y val="-2.176869193587091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dLbl>
          <c:idx val="0"/>
          <c:layout>
            <c:manualLayout>
              <c:x val="2.528444335136603E-2"/>
              <c:y val="-4.353738387174183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0000"/>
          </a:solidFill>
          <a:ln>
            <a:noFill/>
          </a:ln>
          <a:effectLst/>
        </c:spPr>
        <c:dLbl>
          <c:idx val="0"/>
          <c:layout>
            <c:manualLayout>
              <c:x val="-1.1799406897304148E-2"/>
              <c:y val="0"/>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dLbl>
          <c:idx val="0"/>
          <c:layout>
            <c:manualLayout>
              <c:x val="7.2482070940582621E-2"/>
              <c:y val="-2.176869193587105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0000"/>
          </a:solidFill>
          <a:ln>
            <a:noFill/>
          </a:ln>
          <a:effectLst/>
        </c:spPr>
        <c:dLbl>
          <c:idx val="0"/>
          <c:layout>
            <c:manualLayout>
              <c:x val="-2.5284443351366093E-2"/>
              <c:y val="3.6281153226451531E-3"/>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0000"/>
          </a:solidFill>
          <a:ln>
            <a:noFill/>
          </a:ln>
          <a:effectLst/>
        </c:spPr>
        <c:dLbl>
          <c:idx val="0"/>
          <c:layout>
            <c:manualLayout>
              <c:x val="-1.1799406897304148E-2"/>
              <c:y val="0"/>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dLbl>
          <c:idx val="0"/>
          <c:layout>
            <c:manualLayout>
              <c:x val="1.8541925124335088E-2"/>
              <c:y val="-7.619042177554821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c:spPr>
        <c:dLbl>
          <c:idx val="0"/>
          <c:layout>
            <c:manualLayout>
              <c:x val="1.5170666010819619E-2"/>
              <c:y val="-2.176869193587091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2"/>
          </a:solidFill>
          <a:ln>
            <a:noFill/>
          </a:ln>
          <a:effectLst/>
        </c:spPr>
        <c:dLbl>
          <c:idx val="0"/>
          <c:layout>
            <c:manualLayout>
              <c:x val="2.528444335136603E-2"/>
              <c:y val="-4.353738387174183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2"/>
          </a:solidFill>
          <a:ln>
            <a:noFill/>
          </a:ln>
          <a:effectLst/>
        </c:spPr>
        <c:dLbl>
          <c:idx val="0"/>
          <c:layout>
            <c:manualLayout>
              <c:x val="7.2482070940582621E-2"/>
              <c:y val="-2.176869193587105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FF0000"/>
          </a:solidFill>
          <a:ln>
            <a:noFill/>
          </a:ln>
          <a:effectLst/>
        </c:spPr>
        <c:dLbl>
          <c:idx val="0"/>
          <c:layout>
            <c:manualLayout>
              <c:x val="-2.5284443351366093E-2"/>
              <c:y val="3.6281153226451531E-3"/>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0000"/>
          </a:solidFill>
          <a:ln>
            <a:noFill/>
          </a:ln>
          <a:effectLst/>
        </c:spPr>
        <c:dLbl>
          <c:idx val="0"/>
          <c:layout>
            <c:manualLayout>
              <c:x val="-1.1799406897304148E-2"/>
              <c:y val="0"/>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dLbl>
          <c:idx val="0"/>
          <c:layout>
            <c:manualLayout>
              <c:x val="1.8541925124335088E-2"/>
              <c:y val="-7.6190421775548217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dLbl>
          <c:idx val="0"/>
          <c:layout>
            <c:manualLayout>
              <c:x val="1.5170666010819619E-2"/>
              <c:y val="-2.1768691935870919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dLbl>
          <c:idx val="0"/>
          <c:layout>
            <c:manualLayout>
              <c:x val="2.528444335136603E-2"/>
              <c:y val="-4.3537383871741837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dLbl>
          <c:idx val="0"/>
          <c:layout>
            <c:manualLayout>
              <c:x val="7.2482070940582621E-2"/>
              <c:y val="-2.1768691935871051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FF0000"/>
          </a:solidFill>
          <a:ln>
            <a:noFill/>
          </a:ln>
          <a:effectLst/>
        </c:spPr>
        <c:dLbl>
          <c:idx val="0"/>
          <c:layout>
            <c:manualLayout>
              <c:x val="-2.5284443351366093E-2"/>
              <c:y val="3.6281153226451531E-3"/>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rgbClr val="FF0000"/>
          </a:solidFill>
          <a:ln>
            <a:noFill/>
          </a:ln>
          <a:effectLst/>
        </c:spPr>
        <c:dLbl>
          <c:idx val="0"/>
          <c:layout>
            <c:manualLayout>
              <c:x val="-1.1799406897304148E-2"/>
              <c:y val="0"/>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2"/>
          </a:solidFill>
          <a:ln>
            <a:noFill/>
          </a:ln>
          <a:effectLst/>
        </c:spPr>
        <c:dLbl>
          <c:idx val="0"/>
          <c:layout>
            <c:manualLayout>
              <c:x val="1.8541925124335088E-2"/>
              <c:y val="-7.6190421775548217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2"/>
          </a:solidFill>
          <a:ln>
            <a:noFill/>
          </a:ln>
          <a:effectLst/>
        </c:spPr>
        <c:dLbl>
          <c:idx val="0"/>
          <c:layout>
            <c:manualLayout>
              <c:x val="1.5170666010819619E-2"/>
              <c:y val="-2.1768691935870919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solidFill>
            <a:schemeClr val="accent2"/>
          </a:solidFill>
          <a:ln>
            <a:noFill/>
          </a:ln>
          <a:effectLst/>
        </c:spPr>
        <c:dLbl>
          <c:idx val="0"/>
          <c:layout>
            <c:manualLayout>
              <c:x val="2.528444335136603E-2"/>
              <c:y val="-4.3537383871741837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solidFill>
            <a:schemeClr val="accent2"/>
          </a:solidFill>
          <a:ln>
            <a:noFill/>
          </a:ln>
          <a:effectLst/>
        </c:spPr>
        <c:dLbl>
          <c:idx val="0"/>
          <c:layout>
            <c:manualLayout>
              <c:x val="7.2482070940582621E-2"/>
              <c:y val="-2.1768691935871051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2"/>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solidFill>
            <a:srgbClr val="FF0000"/>
          </a:solidFill>
          <a:ln>
            <a:noFill/>
          </a:ln>
          <a:effectLst/>
        </c:spPr>
        <c:dLbl>
          <c:idx val="0"/>
          <c:layout>
            <c:manualLayout>
              <c:x val="-2.5284443351366093E-2"/>
              <c:y val="3.6281153226451531E-3"/>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4"/>
        <c:spPr>
          <a:solidFill>
            <a:srgbClr val="FF0000"/>
          </a:solidFill>
          <a:ln>
            <a:noFill/>
          </a:ln>
          <a:effectLst/>
        </c:spPr>
        <c:dLbl>
          <c:idx val="0"/>
          <c:layout>
            <c:manualLayout>
              <c:x val="-1.1799406897304148E-2"/>
              <c:y val="0"/>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2"/>
          </a:solidFill>
          <a:ln>
            <a:noFill/>
          </a:ln>
          <a:effectLst/>
        </c:spPr>
        <c:dLbl>
          <c:idx val="0"/>
          <c:layout>
            <c:manualLayout>
              <c:x val="1.8541925124335088E-2"/>
              <c:y val="-7.6190421775548217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7"/>
        <c:spPr>
          <a:solidFill>
            <a:schemeClr val="accent2"/>
          </a:solidFill>
          <a:ln>
            <a:noFill/>
          </a:ln>
          <a:effectLst/>
        </c:spPr>
        <c:dLbl>
          <c:idx val="0"/>
          <c:layout>
            <c:manualLayout>
              <c:x val="1.5170666010819619E-2"/>
              <c:y val="-2.1768691935870919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2"/>
          </a:solidFill>
          <a:ln>
            <a:noFill/>
          </a:ln>
          <a:effectLst/>
        </c:spPr>
        <c:dLbl>
          <c:idx val="0"/>
          <c:layout>
            <c:manualLayout>
              <c:x val="2.528444335136603E-2"/>
              <c:y val="-4.3537383871741837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9"/>
        <c:spPr>
          <a:solidFill>
            <a:schemeClr val="accent2"/>
          </a:solidFill>
          <a:ln>
            <a:noFill/>
          </a:ln>
          <a:effectLst/>
        </c:spPr>
        <c:dLbl>
          <c:idx val="0"/>
          <c:layout>
            <c:manualLayout>
              <c:x val="7.2482070940582621E-2"/>
              <c:y val="-2.1768691935871051E-2"/>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Exploration'!$D$124:$D$125</c:f>
              <c:strCache>
                <c:ptCount val="1"/>
                <c:pt idx="0">
                  <c:v>Female</c:v>
                </c:pt>
              </c:strCache>
            </c:strRef>
          </c:tx>
          <c:spPr>
            <a:solidFill>
              <a:srgbClr val="FF0000"/>
            </a:solidFill>
            <a:ln>
              <a:noFill/>
            </a:ln>
            <a:effectLst/>
          </c:spPr>
          <c:invertIfNegative val="0"/>
          <c:dPt>
            <c:idx val="4"/>
            <c:invertIfNegative val="0"/>
            <c:bubble3D val="0"/>
            <c:extLst>
              <c:ext xmlns:c16="http://schemas.microsoft.com/office/drawing/2014/chart" uri="{C3380CC4-5D6E-409C-BE32-E72D297353CC}">
                <c16:uniqueId val="{00000000-4FAB-4D17-A325-EA64660360FD}"/>
              </c:ext>
            </c:extLst>
          </c:dPt>
          <c:dPt>
            <c:idx val="5"/>
            <c:invertIfNegative val="0"/>
            <c:bubble3D val="0"/>
            <c:extLst>
              <c:ext xmlns:c16="http://schemas.microsoft.com/office/drawing/2014/chart" uri="{C3380CC4-5D6E-409C-BE32-E72D297353CC}">
                <c16:uniqueId val="{00000001-4FAB-4D17-A325-EA64660360FD}"/>
              </c:ext>
            </c:extLst>
          </c:dPt>
          <c:dLbls>
            <c:dLbl>
              <c:idx val="4"/>
              <c:layout>
                <c:manualLayout>
                  <c:x val="-2.5284443351366093E-2"/>
                  <c:y val="3.628115322645153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FAB-4D17-A325-EA64660360FD}"/>
                </c:ext>
              </c:extLst>
            </c:dLbl>
            <c:dLbl>
              <c:idx val="5"/>
              <c:layout>
                <c:manualLayout>
                  <c:x val="-1.179940689730414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AB-4D17-A325-EA64660360FD}"/>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Exploration'!$C$126:$C$133</c:f>
              <c:strCache>
                <c:ptCount val="7"/>
                <c:pt idx="0">
                  <c:v>1-10</c:v>
                </c:pt>
                <c:pt idx="1">
                  <c:v>11-20</c:v>
                </c:pt>
                <c:pt idx="2">
                  <c:v>21-30</c:v>
                </c:pt>
                <c:pt idx="3">
                  <c:v>31-40</c:v>
                </c:pt>
                <c:pt idx="4">
                  <c:v>41-50</c:v>
                </c:pt>
                <c:pt idx="5">
                  <c:v>51-60</c:v>
                </c:pt>
                <c:pt idx="6">
                  <c:v>60+</c:v>
                </c:pt>
              </c:strCache>
            </c:strRef>
          </c:cat>
          <c:val>
            <c:numRef>
              <c:f>'Pivot Table and Exploration'!$D$126:$D$133</c:f>
              <c:numCache>
                <c:formatCode>General</c:formatCode>
                <c:ptCount val="7"/>
                <c:pt idx="0">
                  <c:v>260</c:v>
                </c:pt>
                <c:pt idx="1">
                  <c:v>297</c:v>
                </c:pt>
                <c:pt idx="2">
                  <c:v>257</c:v>
                </c:pt>
                <c:pt idx="3">
                  <c:v>167</c:v>
                </c:pt>
                <c:pt idx="4">
                  <c:v>158</c:v>
                </c:pt>
                <c:pt idx="5">
                  <c:v>107</c:v>
                </c:pt>
                <c:pt idx="6">
                  <c:v>136</c:v>
                </c:pt>
              </c:numCache>
            </c:numRef>
          </c:val>
          <c:extLst>
            <c:ext xmlns:c16="http://schemas.microsoft.com/office/drawing/2014/chart" uri="{C3380CC4-5D6E-409C-BE32-E72D297353CC}">
              <c16:uniqueId val="{00000002-4FAB-4D17-A325-EA64660360FD}"/>
            </c:ext>
          </c:extLst>
        </c:ser>
        <c:ser>
          <c:idx val="1"/>
          <c:order val="1"/>
          <c:tx>
            <c:strRef>
              <c:f>'Pivot Table and Exploration'!$E$124:$E$125</c:f>
              <c:strCache>
                <c:ptCount val="1"/>
                <c:pt idx="0">
                  <c:v>Male</c:v>
                </c:pt>
              </c:strCache>
            </c:strRef>
          </c:tx>
          <c:spPr>
            <a:solidFill>
              <a:schemeClr val="accent2"/>
            </a:solidFill>
            <a:ln>
              <a:noFill/>
            </a:ln>
            <a:effectLst/>
          </c:spPr>
          <c:invertIfNegative val="0"/>
          <c:dPt>
            <c:idx val="0"/>
            <c:invertIfNegative val="0"/>
            <c:bubble3D val="0"/>
            <c:extLst>
              <c:ext xmlns:c16="http://schemas.microsoft.com/office/drawing/2014/chart" uri="{C3380CC4-5D6E-409C-BE32-E72D297353CC}">
                <c16:uniqueId val="{00000003-4FAB-4D17-A325-EA64660360FD}"/>
              </c:ext>
            </c:extLst>
          </c:dPt>
          <c:dPt>
            <c:idx val="4"/>
            <c:invertIfNegative val="0"/>
            <c:bubble3D val="0"/>
            <c:extLst>
              <c:ext xmlns:c16="http://schemas.microsoft.com/office/drawing/2014/chart" uri="{C3380CC4-5D6E-409C-BE32-E72D297353CC}">
                <c16:uniqueId val="{00000004-4FAB-4D17-A325-EA64660360FD}"/>
              </c:ext>
            </c:extLst>
          </c:dPt>
          <c:dPt>
            <c:idx val="5"/>
            <c:invertIfNegative val="0"/>
            <c:bubble3D val="0"/>
            <c:extLst>
              <c:ext xmlns:c16="http://schemas.microsoft.com/office/drawing/2014/chart" uri="{C3380CC4-5D6E-409C-BE32-E72D297353CC}">
                <c16:uniqueId val="{00000005-4FAB-4D17-A325-EA64660360FD}"/>
              </c:ext>
            </c:extLst>
          </c:dPt>
          <c:dPt>
            <c:idx val="6"/>
            <c:invertIfNegative val="0"/>
            <c:bubble3D val="0"/>
            <c:extLst>
              <c:ext xmlns:c16="http://schemas.microsoft.com/office/drawing/2014/chart" uri="{C3380CC4-5D6E-409C-BE32-E72D297353CC}">
                <c16:uniqueId val="{00000006-4FAB-4D17-A325-EA64660360FD}"/>
              </c:ext>
            </c:extLst>
          </c:dPt>
          <c:dLbls>
            <c:dLbl>
              <c:idx val="0"/>
              <c:layout>
                <c:manualLayout>
                  <c:x val="1.8541925124335088E-2"/>
                  <c:y val="-7.619042177554821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AB-4D17-A325-EA64660360FD}"/>
                </c:ext>
              </c:extLst>
            </c:dLbl>
            <c:dLbl>
              <c:idx val="4"/>
              <c:layout>
                <c:manualLayout>
                  <c:x val="1.5170666010819619E-2"/>
                  <c:y val="-2.17686919358709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FAB-4D17-A325-EA64660360FD}"/>
                </c:ext>
              </c:extLst>
            </c:dLbl>
            <c:dLbl>
              <c:idx val="5"/>
              <c:layout>
                <c:manualLayout>
                  <c:x val="2.528444335136603E-2"/>
                  <c:y val="-4.353738387174183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FAB-4D17-A325-EA64660360FD}"/>
                </c:ext>
              </c:extLst>
            </c:dLbl>
            <c:dLbl>
              <c:idx val="6"/>
              <c:layout>
                <c:manualLayout>
                  <c:x val="7.2482070940582621E-2"/>
                  <c:y val="-2.176869193587105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FAB-4D17-A325-EA64660360FD}"/>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Exploration'!$C$126:$C$133</c:f>
              <c:strCache>
                <c:ptCount val="7"/>
                <c:pt idx="0">
                  <c:v>1-10</c:v>
                </c:pt>
                <c:pt idx="1">
                  <c:v>11-20</c:v>
                </c:pt>
                <c:pt idx="2">
                  <c:v>21-30</c:v>
                </c:pt>
                <c:pt idx="3">
                  <c:v>31-40</c:v>
                </c:pt>
                <c:pt idx="4">
                  <c:v>41-50</c:v>
                </c:pt>
                <c:pt idx="5">
                  <c:v>51-60</c:v>
                </c:pt>
                <c:pt idx="6">
                  <c:v>60+</c:v>
                </c:pt>
              </c:strCache>
            </c:strRef>
          </c:cat>
          <c:val>
            <c:numRef>
              <c:f>'Pivot Table and Exploration'!$E$126:$E$133</c:f>
              <c:numCache>
                <c:formatCode>General</c:formatCode>
                <c:ptCount val="7"/>
                <c:pt idx="0">
                  <c:v>373</c:v>
                </c:pt>
                <c:pt idx="1">
                  <c:v>2823</c:v>
                </c:pt>
                <c:pt idx="2">
                  <c:v>4078</c:v>
                </c:pt>
                <c:pt idx="3">
                  <c:v>1229</c:v>
                </c:pt>
                <c:pt idx="4">
                  <c:v>547</c:v>
                </c:pt>
                <c:pt idx="5">
                  <c:v>316</c:v>
                </c:pt>
                <c:pt idx="6">
                  <c:v>221</c:v>
                </c:pt>
              </c:numCache>
            </c:numRef>
          </c:val>
          <c:extLst>
            <c:ext xmlns:c16="http://schemas.microsoft.com/office/drawing/2014/chart" uri="{C3380CC4-5D6E-409C-BE32-E72D297353CC}">
              <c16:uniqueId val="{00000007-4FAB-4D17-A325-EA64660360FD}"/>
            </c:ext>
          </c:extLst>
        </c:ser>
        <c:dLbls>
          <c:dLblPos val="outEnd"/>
          <c:showLegendKey val="0"/>
          <c:showVal val="1"/>
          <c:showCatName val="0"/>
          <c:showSerName val="0"/>
          <c:showPercent val="0"/>
          <c:showBubbleSize val="0"/>
        </c:dLbls>
        <c:gapWidth val="219"/>
        <c:overlap val="-27"/>
        <c:axId val="1579276943"/>
        <c:axId val="1579278383"/>
      </c:barChart>
      <c:catAx>
        <c:axId val="15792769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PK"/>
          </a:p>
        </c:txPr>
        <c:crossAx val="1579278383"/>
        <c:crosses val="autoZero"/>
        <c:auto val="1"/>
        <c:lblAlgn val="ctr"/>
        <c:lblOffset val="100"/>
        <c:noMultiLvlLbl val="0"/>
      </c:catAx>
      <c:valAx>
        <c:axId val="157927838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57927694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Exploration!PivotTable15</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a:solidFill>
                  <a:schemeClr val="tx1"/>
                </a:solidFill>
              </a:rPr>
              <a:t>Death Causes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ivotFmts>
      <c:pivotFmt>
        <c:idx val="0"/>
        <c:spPr>
          <a:solidFill>
            <a:srgbClr val="FF0000">
              <a:alpha val="52000"/>
            </a:srgbClr>
          </a:solidFill>
          <a:ln>
            <a:solidFill>
              <a:srgbClr val="FF0000"/>
            </a:solid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PK"/>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alpha val="52000"/>
            </a:srgbClr>
          </a:solidFill>
          <a:ln>
            <a:solidFill>
              <a:srgbClr val="FF0000"/>
            </a:solid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PK"/>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0000">
              <a:alpha val="52000"/>
            </a:srgbClr>
          </a:solidFill>
          <a:ln>
            <a:solidFill>
              <a:srgbClr val="FF0000"/>
            </a:solid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PK"/>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alpha val="52000"/>
            </a:srgbClr>
          </a:solidFill>
          <a:ln>
            <a:solidFill>
              <a:srgbClr val="FF0000"/>
            </a:solid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PK"/>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0000">
              <a:alpha val="52000"/>
            </a:srgbClr>
          </a:solidFill>
          <a:ln>
            <a:solidFill>
              <a:srgbClr val="FF0000"/>
            </a:solid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PK"/>
            </a:p>
          </c:txPr>
          <c:showLegendKey val="0"/>
          <c:showVal val="1"/>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'Pivot Table and Exploration'!$H$99</c:f>
              <c:strCache>
                <c:ptCount val="1"/>
                <c:pt idx="0">
                  <c:v>Total</c:v>
                </c:pt>
              </c:strCache>
            </c:strRef>
          </c:tx>
          <c:spPr>
            <a:solidFill>
              <a:srgbClr val="FF0000">
                <a:alpha val="52000"/>
              </a:srgbClr>
            </a:solidFill>
            <a:ln>
              <a:solidFill>
                <a:srgbClr val="FF0000"/>
              </a:solidFill>
            </a:ln>
            <a:effectLst/>
          </c:spPr>
          <c:dLbls>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PK"/>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Exploration'!$G$100:$G$110</c:f>
              <c:strCache>
                <c:ptCount val="10"/>
                <c:pt idx="0">
                  <c:v>Unknown</c:v>
                </c:pt>
                <c:pt idx="1">
                  <c:v>missile</c:v>
                </c:pt>
                <c:pt idx="2">
                  <c:v>live ammunition</c:v>
                </c:pt>
                <c:pt idx="3">
                  <c:v>shell</c:v>
                </c:pt>
                <c:pt idx="4">
                  <c:v>explosive belt</c:v>
                </c:pt>
                <c:pt idx="5">
                  <c:v>bomb</c:v>
                </c:pt>
                <c:pt idx="6">
                  <c:v>mortar fire</c:v>
                </c:pt>
                <c:pt idx="7">
                  <c:v>knife</c:v>
                </c:pt>
                <c:pt idx="8">
                  <c:v>flechette shells</c:v>
                </c:pt>
                <c:pt idx="9">
                  <c:v>rubber-coated metal bullets</c:v>
                </c:pt>
              </c:strCache>
            </c:strRef>
          </c:cat>
          <c:val>
            <c:numRef>
              <c:f>'Pivot Table and Exploration'!$H$100:$H$110</c:f>
              <c:numCache>
                <c:formatCode>General</c:formatCode>
                <c:ptCount val="10"/>
                <c:pt idx="0">
                  <c:v>5142</c:v>
                </c:pt>
                <c:pt idx="1">
                  <c:v>2859</c:v>
                </c:pt>
                <c:pt idx="2">
                  <c:v>1510</c:v>
                </c:pt>
                <c:pt idx="3">
                  <c:v>665</c:v>
                </c:pt>
                <c:pt idx="4">
                  <c:v>318</c:v>
                </c:pt>
                <c:pt idx="5">
                  <c:v>246</c:v>
                </c:pt>
                <c:pt idx="6">
                  <c:v>51</c:v>
                </c:pt>
                <c:pt idx="7">
                  <c:v>36</c:v>
                </c:pt>
                <c:pt idx="8">
                  <c:v>22</c:v>
                </c:pt>
                <c:pt idx="9">
                  <c:v>19</c:v>
                </c:pt>
              </c:numCache>
            </c:numRef>
          </c:val>
          <c:extLst>
            <c:ext xmlns:c16="http://schemas.microsoft.com/office/drawing/2014/chart" uri="{C3380CC4-5D6E-409C-BE32-E72D297353CC}">
              <c16:uniqueId val="{00000000-4416-4ACF-97F0-47939B5060FE}"/>
            </c:ext>
          </c:extLst>
        </c:ser>
        <c:dLbls>
          <c:showLegendKey val="0"/>
          <c:showVal val="1"/>
          <c:showCatName val="0"/>
          <c:showSerName val="0"/>
          <c:showPercent val="0"/>
          <c:showBubbleSize val="0"/>
        </c:dLbls>
        <c:axId val="1495380607"/>
        <c:axId val="1495381087"/>
      </c:areaChart>
      <c:catAx>
        <c:axId val="149538060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495381087"/>
        <c:crosses val="autoZero"/>
        <c:auto val="1"/>
        <c:lblAlgn val="ctr"/>
        <c:lblOffset val="100"/>
        <c:noMultiLvlLbl val="0"/>
      </c:catAx>
      <c:valAx>
        <c:axId val="149538108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495380607"/>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Exploration!PivotTable13</c:name>
    <c:fmtId val="13"/>
  </c:pivotSource>
  <c:chart>
    <c:title>
      <c:tx>
        <c:rich>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r>
              <a:rPr lang="en-US" sz="2000" b="1">
                <a:solidFill>
                  <a:schemeClr val="tx1"/>
                </a:solidFill>
              </a:rPr>
              <a:t>Deaths</a:t>
            </a:r>
            <a:r>
              <a:rPr lang="en-US" sz="2000" b="1" baseline="0">
                <a:solidFill>
                  <a:schemeClr val="tx1"/>
                </a:solidFill>
              </a:rPr>
              <a:t> By Location Region </a:t>
            </a:r>
            <a:endParaRPr lang="en-US" sz="2000" b="1">
              <a:solidFill>
                <a:schemeClr val="tx1"/>
              </a:solidFill>
            </a:endParaRP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endParaRPr lang="en-US"/>
        </a:p>
      </c:txPr>
    </c:title>
    <c:autoTitleDeleted val="0"/>
    <c:pivotFmts>
      <c:pivotFmt>
        <c:idx val="0"/>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 and Exploration'!$D$75</c:f>
              <c:strCache>
                <c:ptCount val="1"/>
                <c:pt idx="0">
                  <c:v>Total</c:v>
                </c:pt>
              </c:strCache>
            </c:strRef>
          </c:tx>
          <c:spPr>
            <a:solidFill>
              <a:srgbClr val="FF0000"/>
            </a:solidFill>
            <a:ln>
              <a:noFill/>
            </a:ln>
            <a:effectLst/>
          </c:spPr>
          <c:invertIfNegative val="0"/>
          <c:dLbls>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Exploration'!$C$76:$C$79</c:f>
              <c:strCache>
                <c:ptCount val="3"/>
                <c:pt idx="0">
                  <c:v>Gaza Strip</c:v>
                </c:pt>
                <c:pt idx="1">
                  <c:v>Israel</c:v>
                </c:pt>
                <c:pt idx="2">
                  <c:v>West Bank</c:v>
                </c:pt>
              </c:strCache>
            </c:strRef>
          </c:cat>
          <c:val>
            <c:numRef>
              <c:f>'Pivot Table and Exploration'!$D$76:$D$79</c:f>
              <c:numCache>
                <c:formatCode>General</c:formatCode>
                <c:ptCount val="3"/>
                <c:pt idx="0">
                  <c:v>7651</c:v>
                </c:pt>
                <c:pt idx="1">
                  <c:v>664</c:v>
                </c:pt>
                <c:pt idx="2">
                  <c:v>2654</c:v>
                </c:pt>
              </c:numCache>
            </c:numRef>
          </c:val>
          <c:extLst>
            <c:ext xmlns:c16="http://schemas.microsoft.com/office/drawing/2014/chart" uri="{C3380CC4-5D6E-409C-BE32-E72D297353CC}">
              <c16:uniqueId val="{00000000-50CE-4AE0-8B15-80752BB81364}"/>
            </c:ext>
          </c:extLst>
        </c:ser>
        <c:dLbls>
          <c:dLblPos val="outEnd"/>
          <c:showLegendKey val="0"/>
          <c:showVal val="1"/>
          <c:showCatName val="0"/>
          <c:showSerName val="0"/>
          <c:showPercent val="0"/>
          <c:showBubbleSize val="0"/>
        </c:dLbls>
        <c:gapWidth val="182"/>
        <c:axId val="1534484591"/>
        <c:axId val="1534509551"/>
      </c:barChart>
      <c:catAx>
        <c:axId val="15344845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534509551"/>
        <c:crosses val="autoZero"/>
        <c:auto val="1"/>
        <c:lblAlgn val="ctr"/>
        <c:lblOffset val="100"/>
        <c:noMultiLvlLbl val="0"/>
      </c:catAx>
      <c:valAx>
        <c:axId val="153450955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PK"/>
          </a:p>
        </c:txPr>
        <c:crossAx val="153448459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Exploration!PivotTable12</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i="0" u="none" strike="noStrike" kern="1200" spc="0" baseline="0">
                <a:solidFill>
                  <a:schemeClr val="tx1"/>
                </a:solidFill>
              </a:rPr>
              <a:t>No of Deaths By Citizenship</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ivotFmts>
      <c:pivotFmt>
        <c:idx val="0"/>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0000"/>
          </a:solidFill>
          <a:ln>
            <a:noFill/>
          </a:ln>
          <a:effectLst/>
        </c:spPr>
        <c:marker>
          <c:symbol val="none"/>
        </c:marker>
        <c:dLbl>
          <c:idx val="0"/>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Exploration'!$C$47</c:f>
              <c:strCache>
                <c:ptCount val="1"/>
                <c:pt idx="0">
                  <c:v>Total</c:v>
                </c:pt>
              </c:strCache>
            </c:strRef>
          </c:tx>
          <c:spPr>
            <a:solidFill>
              <a:srgbClr val="FF0000"/>
            </a:solidFill>
            <a:ln>
              <a:noFill/>
            </a:ln>
            <a:effectLst/>
          </c:spPr>
          <c:invertIfNegative val="0"/>
          <c:dLbls>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Exploration'!$B$48:$B$52</c:f>
              <c:strCache>
                <c:ptCount val="4"/>
                <c:pt idx="0">
                  <c:v>American</c:v>
                </c:pt>
                <c:pt idx="1">
                  <c:v>Israeli</c:v>
                </c:pt>
                <c:pt idx="2">
                  <c:v>Jordanian</c:v>
                </c:pt>
                <c:pt idx="3">
                  <c:v>Palestinian</c:v>
                </c:pt>
              </c:strCache>
            </c:strRef>
          </c:cat>
          <c:val>
            <c:numRef>
              <c:f>'Pivot Table and Exploration'!$C$48:$C$52</c:f>
              <c:numCache>
                <c:formatCode>General</c:formatCode>
                <c:ptCount val="4"/>
                <c:pt idx="0">
                  <c:v>1</c:v>
                </c:pt>
                <c:pt idx="1">
                  <c:v>1009</c:v>
                </c:pt>
                <c:pt idx="2">
                  <c:v>2</c:v>
                </c:pt>
                <c:pt idx="3">
                  <c:v>9957</c:v>
                </c:pt>
              </c:numCache>
            </c:numRef>
          </c:val>
          <c:extLst>
            <c:ext xmlns:c16="http://schemas.microsoft.com/office/drawing/2014/chart" uri="{C3380CC4-5D6E-409C-BE32-E72D297353CC}">
              <c16:uniqueId val="{00000000-B958-457C-A3CA-00753BE8B5B3}"/>
            </c:ext>
          </c:extLst>
        </c:ser>
        <c:dLbls>
          <c:dLblPos val="outEnd"/>
          <c:showLegendKey val="0"/>
          <c:showVal val="1"/>
          <c:showCatName val="0"/>
          <c:showSerName val="0"/>
          <c:showPercent val="0"/>
          <c:showBubbleSize val="0"/>
        </c:dLbls>
        <c:gapWidth val="219"/>
        <c:overlap val="-27"/>
        <c:axId val="1534491311"/>
        <c:axId val="1534508591"/>
      </c:barChart>
      <c:catAx>
        <c:axId val="1534491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PK"/>
          </a:p>
        </c:txPr>
        <c:crossAx val="1534508591"/>
        <c:crosses val="autoZero"/>
        <c:auto val="1"/>
        <c:lblAlgn val="ctr"/>
        <c:lblOffset val="100"/>
        <c:noMultiLvlLbl val="0"/>
      </c:catAx>
      <c:valAx>
        <c:axId val="153450859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15344913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[fatalities_isr_pse_conflict_2000_to_2023_Analysis.xlsx]Pivot Table and Exploration!PivotTable17</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a:t>Killed</a:t>
            </a:r>
            <a:r>
              <a:rPr lang="en-US" sz="2000" b="1" baseline="0"/>
              <a:t> By % </a:t>
            </a:r>
            <a:endParaRPr lang="en-US" sz="2000"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0.13073037336301549"/>
              <c:y val="5.8699467378869126E-4"/>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3"/>
          </a:solidFill>
          <a:ln w="19050">
            <a:solidFill>
              <a:schemeClr val="lt1"/>
            </a:solidFill>
          </a:ln>
          <a:effectLst/>
        </c:spPr>
        <c:dLbl>
          <c:idx val="0"/>
          <c:layout>
            <c:manualLayout>
              <c:x val="-8.8511357546275302E-2"/>
              <c:y val="7.8372440799723674E-3"/>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layout>
            <c:manualLayout>
              <c:x val="0.13073037336301549"/>
              <c:y val="5.8699467378869126E-4"/>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0000"/>
          </a:solidFill>
          <a:ln w="19050">
            <a:solidFill>
              <a:schemeClr val="lt1"/>
            </a:solidFill>
          </a:ln>
          <a:effectLst/>
        </c:spPr>
      </c:pivotFmt>
      <c:pivotFmt>
        <c:idx val="7"/>
        <c:spPr>
          <a:solidFill>
            <a:schemeClr val="accent1"/>
          </a:solidFill>
          <a:ln w="19050">
            <a:solidFill>
              <a:schemeClr val="lt1"/>
            </a:solidFill>
          </a:ln>
          <a:effectLst/>
        </c:spPr>
        <c:dLbl>
          <c:idx val="0"/>
          <c:layout>
            <c:manualLayout>
              <c:x val="-8.8511357546275302E-2"/>
              <c:y val="7.8372440799723674E-3"/>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layout>
            <c:manualLayout>
              <c:x val="0.13073037336301549"/>
              <c:y val="5.8699467378869126E-4"/>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0000"/>
          </a:solidFill>
          <a:ln w="19050">
            <a:solidFill>
              <a:schemeClr val="lt1"/>
            </a:solidFill>
          </a:ln>
          <a:effectLst/>
        </c:spPr>
      </c:pivotFmt>
      <c:pivotFmt>
        <c:idx val="11"/>
        <c:spPr>
          <a:solidFill>
            <a:schemeClr val="accent1"/>
          </a:solidFill>
          <a:ln w="19050">
            <a:solidFill>
              <a:schemeClr val="lt1"/>
            </a:solidFill>
          </a:ln>
          <a:effectLst/>
        </c:spPr>
        <c:dLbl>
          <c:idx val="0"/>
          <c:layout>
            <c:manualLayout>
              <c:x val="-8.8511357546275302E-2"/>
              <c:y val="7.8372440799723674E-3"/>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dLbl>
          <c:idx val="0"/>
          <c:layout>
            <c:manualLayout>
              <c:x val="0.13073037336301549"/>
              <c:y val="5.8699467378869126E-4"/>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FF0000"/>
          </a:solidFill>
          <a:ln w="19050">
            <a:solidFill>
              <a:schemeClr val="lt1"/>
            </a:solidFill>
          </a:ln>
          <a:effectLst/>
        </c:spPr>
      </c:pivotFmt>
      <c:pivotFmt>
        <c:idx val="15"/>
        <c:spPr>
          <a:solidFill>
            <a:schemeClr val="accent1"/>
          </a:solidFill>
          <a:ln w="19050">
            <a:solidFill>
              <a:schemeClr val="lt1"/>
            </a:solidFill>
          </a:ln>
          <a:effectLst/>
        </c:spPr>
        <c:dLbl>
          <c:idx val="0"/>
          <c:layout>
            <c:manualLayout>
              <c:x val="-8.8511357546275302E-2"/>
              <c:y val="7.8372440799723674E-3"/>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dLbl>
          <c:idx val="0"/>
          <c:layout>
            <c:manualLayout>
              <c:x val="0.13073037336301549"/>
              <c:y val="5.8699467378869126E-4"/>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0000"/>
          </a:solidFill>
          <a:ln w="19050">
            <a:solidFill>
              <a:schemeClr val="lt1"/>
            </a:solidFill>
          </a:ln>
          <a:effectLst/>
        </c:spPr>
      </c:pivotFmt>
      <c:pivotFmt>
        <c:idx val="19"/>
        <c:spPr>
          <a:solidFill>
            <a:schemeClr val="accent1"/>
          </a:solidFill>
          <a:ln w="19050">
            <a:solidFill>
              <a:schemeClr val="lt1"/>
            </a:solidFill>
          </a:ln>
          <a:effectLst/>
        </c:spPr>
        <c:dLbl>
          <c:idx val="0"/>
          <c:layout>
            <c:manualLayout>
              <c:x val="-8.8511357546275302E-2"/>
              <c:y val="7.8372440799723674E-3"/>
            </c:manualLayout>
          </c:layout>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extLst>
            <c:ext xmlns:c15="http://schemas.microsoft.com/office/drawing/2012/chart" uri="{CE6537A1-D6FC-4f65-9D91-7224C49458BB}"/>
          </c:extLst>
        </c:dLbl>
      </c:pivotFmt>
    </c:pivotFmts>
    <c:plotArea>
      <c:layout/>
      <c:pieChart>
        <c:varyColors val="1"/>
        <c:ser>
          <c:idx val="0"/>
          <c:order val="0"/>
          <c:tx>
            <c:strRef>
              <c:f>'Pivot Table and Exploration'!$E$145</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7AB-4B09-B678-A790122A5171}"/>
              </c:ext>
            </c:extLst>
          </c:dPt>
          <c:dPt>
            <c:idx val="1"/>
            <c:bubble3D val="0"/>
            <c:spPr>
              <a:solidFill>
                <a:srgbClr val="FF0000"/>
              </a:solidFill>
              <a:ln w="19050">
                <a:solidFill>
                  <a:schemeClr val="lt1"/>
                </a:solidFill>
              </a:ln>
              <a:effectLst/>
            </c:spPr>
            <c:extLst>
              <c:ext xmlns:c16="http://schemas.microsoft.com/office/drawing/2014/chart" uri="{C3380CC4-5D6E-409C-BE32-E72D297353CC}">
                <c16:uniqueId val="{00000003-37AB-4B09-B678-A790122A517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7AB-4B09-B678-A790122A5171}"/>
              </c:ext>
            </c:extLst>
          </c:dPt>
          <c:dLbls>
            <c:dLbl>
              <c:idx val="0"/>
              <c:layout>
                <c:manualLayout>
                  <c:x val="0.13073037336301549"/>
                  <c:y val="5.8699467378869126E-4"/>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7AB-4B09-B678-A790122A5171}"/>
                </c:ext>
              </c:extLst>
            </c:dLbl>
            <c:dLbl>
              <c:idx val="2"/>
              <c:layout>
                <c:manualLayout>
                  <c:x val="-8.8511357546275302E-2"/>
                  <c:y val="7.8372440799723674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7AB-4B09-B678-A790122A5171}"/>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PK"/>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 and Exploration'!$D$146:$D$149</c:f>
              <c:strCache>
                <c:ptCount val="3"/>
                <c:pt idx="0">
                  <c:v>Israeli civilians</c:v>
                </c:pt>
                <c:pt idx="1">
                  <c:v>Israeli security forces</c:v>
                </c:pt>
                <c:pt idx="2">
                  <c:v>Palestinian civilians</c:v>
                </c:pt>
              </c:strCache>
            </c:strRef>
          </c:cat>
          <c:val>
            <c:numRef>
              <c:f>'Pivot Table and Exploration'!$E$146:$E$149</c:f>
              <c:numCache>
                <c:formatCode>0.00%</c:formatCode>
                <c:ptCount val="3"/>
                <c:pt idx="0">
                  <c:v>8.4784392378521294E-3</c:v>
                </c:pt>
                <c:pt idx="1">
                  <c:v>0.89962621934542808</c:v>
                </c:pt>
                <c:pt idx="2">
                  <c:v>9.1895341416719845E-2</c:v>
                </c:pt>
              </c:numCache>
            </c:numRef>
          </c:val>
          <c:extLst>
            <c:ext xmlns:c16="http://schemas.microsoft.com/office/drawing/2014/chart" uri="{C3380CC4-5D6E-409C-BE32-E72D297353CC}">
              <c16:uniqueId val="{00000006-37AB-4B09-B678-A790122A5171}"/>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K"/>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80B55D-A28C-4981-AA30-62D8B2215F35}" type="datetimeFigureOut">
              <a:rPr lang="en-US" smtClean="0"/>
              <a:t>4/10/2025</a:t>
            </a:fld>
            <a:endParaRPr lang="en-US" dirty="0"/>
          </a:p>
        </p:txBody>
      </p:sp>
      <p:sp>
        <p:nvSpPr>
          <p:cNvPr id="4" name="Footer Placeholder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21B084-08CE-4CE2-A230-03FB2D2096EE}" type="slidenum">
              <a:rPr lang="en-US" smtClean="0"/>
              <a:t>‹#›</a:t>
            </a:fld>
            <a:endParaRPr lang="en-US" dirty="0"/>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E07F7-7765-40B0-95C6-6F0178FC4D78}" type="datetimeFigureOut">
              <a:rPr lang="en-US" smtClean="0"/>
              <a:t>4/10/2025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B07EB-3CEE-4B2A-A06F-03C965D4E9F1}" type="slidenum">
              <a:rPr lang="en-US" smtClean="0"/>
              <a:t>‹#›</a:t>
            </a:fld>
            <a:endParaRPr lang="en-US" dirty="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BFE780-4B97-4708-B97F-94D8ADC6D799}" type="slidenum">
              <a:rPr lang="en-US" smtClean="0"/>
              <a:t>1</a:t>
            </a:fld>
            <a:endParaRPr lang="en-US" dirty="0"/>
          </a:p>
        </p:txBody>
      </p:sp>
    </p:spTree>
    <p:extLst>
      <p:ext uri="{BB962C8B-B14F-4D97-AF65-F5344CB8AC3E}">
        <p14:creationId xmlns:p14="http://schemas.microsoft.com/office/powerpoint/2010/main" val="44667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8C22AF-75C7-433B-B852-69970FBFF62D}" type="slidenum">
              <a:rPr lang="en-US" smtClean="0"/>
              <a:t>2</a:t>
            </a:fld>
            <a:endParaRPr lang="en-US" dirty="0"/>
          </a:p>
        </p:txBody>
      </p:sp>
    </p:spTree>
    <p:extLst>
      <p:ext uri="{BB962C8B-B14F-4D97-AF65-F5344CB8AC3E}">
        <p14:creationId xmlns:p14="http://schemas.microsoft.com/office/powerpoint/2010/main" val="425427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3</a:t>
            </a:fld>
            <a:endParaRPr lang="en-US" dirty="0"/>
          </a:p>
        </p:txBody>
      </p:sp>
    </p:spTree>
    <p:extLst>
      <p:ext uri="{BB962C8B-B14F-4D97-AF65-F5344CB8AC3E}">
        <p14:creationId xmlns:p14="http://schemas.microsoft.com/office/powerpoint/2010/main" val="135991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0C13-8F97-DC6B-DEE4-6E9A3328B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A05D8-7573-1281-5BFF-66166084E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50028-29F8-C38D-5A79-7BBF44726F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3497AC-9DBB-56ED-6A07-B101E619EE4B}"/>
              </a:ext>
            </a:extLst>
          </p:cNvPr>
          <p:cNvSpPr>
            <a:spLocks noGrp="1"/>
          </p:cNvSpPr>
          <p:nvPr>
            <p:ph type="sldNum" sz="quarter" idx="10"/>
          </p:nvPr>
        </p:nvSpPr>
        <p:spPr/>
        <p:txBody>
          <a:bodyPr/>
          <a:lstStyle/>
          <a:p>
            <a:fld id="{1E6D7BE9-6C4F-48E9-816E-E7C44694421A}" type="slidenum">
              <a:rPr lang="en-US" smtClean="0"/>
              <a:t>4</a:t>
            </a:fld>
            <a:endParaRPr lang="en-US" dirty="0"/>
          </a:p>
        </p:txBody>
      </p:sp>
    </p:spTree>
    <p:extLst>
      <p:ext uri="{BB962C8B-B14F-4D97-AF65-F5344CB8AC3E}">
        <p14:creationId xmlns:p14="http://schemas.microsoft.com/office/powerpoint/2010/main" val="2804584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12</a:t>
            </a:fld>
            <a:endParaRPr lang="en-US" dirty="0"/>
          </a:p>
        </p:txBody>
      </p:sp>
    </p:spTree>
    <p:extLst>
      <p:ext uri="{BB962C8B-B14F-4D97-AF65-F5344CB8AC3E}">
        <p14:creationId xmlns:p14="http://schemas.microsoft.com/office/powerpoint/2010/main" val="3378875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13</a:t>
            </a:fld>
            <a:endParaRPr lang="en-US" dirty="0"/>
          </a:p>
        </p:txBody>
      </p:sp>
    </p:spTree>
    <p:extLst>
      <p:ext uri="{BB962C8B-B14F-4D97-AF65-F5344CB8AC3E}">
        <p14:creationId xmlns:p14="http://schemas.microsoft.com/office/powerpoint/2010/main" val="1517567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r>
              <a:rPr lang="en-US"/>
              <a:t>Click icon to add picture</a:t>
            </a:r>
            <a:endParaRPr lang="en-US" dirty="0"/>
          </a:p>
        </p:txBody>
      </p:sp>
      <p:sp useBgFill="1">
        <p:nvSpPr>
          <p:cNvPr id="10" name="Title 1">
            <a:extLst>
              <a:ext uri="{FF2B5EF4-FFF2-40B4-BE49-F238E27FC236}">
                <a16:creationId xmlns:a16="http://schemas.microsoft.com/office/drawing/2014/main" id="{E234E1C5-BD1C-4142-BA62-2A1D902B606D}"/>
              </a:ext>
            </a:extLst>
          </p:cNvPr>
          <p:cNvSpPr>
            <a:spLocks noGrp="1"/>
          </p:cNvSpPr>
          <p:nvPr>
            <p:ph type="ctrTitle"/>
          </p:nvPr>
        </p:nvSpPr>
        <p:spPr>
          <a:xfrm>
            <a:off x="2263430" y="1762887"/>
            <a:ext cx="7665140" cy="2140251"/>
          </a:xfrm>
        </p:spPr>
        <p:txBody>
          <a:bodyPr tIns="365760" anchor="ctr">
            <a:normAutofit/>
          </a:bodyPr>
          <a:lstStyle>
            <a:lvl1pPr algn="ctr">
              <a:defRPr sz="5400"/>
            </a:lvl1pPr>
          </a:lstStyle>
          <a:p>
            <a:r>
              <a:rPr lang="en-US" sz="4800"/>
              <a:t>Click to edit Master title style</a:t>
            </a:r>
            <a:endParaRPr lang="en-US" sz="4800" dirty="0"/>
          </a:p>
        </p:txBody>
      </p:sp>
      <p:sp useBgFill="1">
        <p:nvSpPr>
          <p:cNvPr id="12" name="Subtitle 2" descr="Tag=AccentColor&#10;Flavor=Light&#10;Target=Text">
            <a:extLst>
              <a:ext uri="{FF2B5EF4-FFF2-40B4-BE49-F238E27FC236}">
                <a16:creationId xmlns:a16="http://schemas.microsoft.com/office/drawing/2014/main" id="{DED57426-1707-4704-8E09-2F76090515F3}"/>
              </a:ext>
            </a:extLst>
          </p:cNvPr>
          <p:cNvSpPr>
            <a:spLocks noGrp="1"/>
          </p:cNvSpPr>
          <p:nvPr>
            <p:ph type="subTitle" idx="1"/>
          </p:nvPr>
        </p:nvSpPr>
        <p:spPr>
          <a:xfrm>
            <a:off x="2263430" y="3903138"/>
            <a:ext cx="7665139" cy="1191977"/>
          </a:xfrm>
        </p:spPr>
        <p:txBody>
          <a:bodyPr/>
          <a:lstStyle>
            <a:lvl1pPr marL="0" indent="0" algn="ctr">
              <a:buNone/>
              <a:defRPr/>
            </a:lvl1pPr>
          </a:lstStyle>
          <a:p>
            <a:r>
              <a:rPr lang="en-US"/>
              <a:t>Click to edit Master subtitle style</a:t>
            </a:r>
            <a:endParaRPr lang="en-US" dirty="0"/>
          </a:p>
        </p:txBody>
      </p:sp>
    </p:spTree>
    <p:extLst>
      <p:ext uri="{BB962C8B-B14F-4D97-AF65-F5344CB8AC3E}">
        <p14:creationId xmlns:p14="http://schemas.microsoft.com/office/powerpoint/2010/main" val="360030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B2FCC-99C4-4C2B-99B4-9C5E13D5344B}"/>
              </a:ext>
            </a:extLst>
          </p:cNvPr>
          <p:cNvSpPr>
            <a:spLocks noGrp="1"/>
          </p:cNvSpPr>
          <p:nvPr>
            <p:ph type="title"/>
          </p:nvPr>
        </p:nvSpPr>
        <p:spPr>
          <a:xfrm>
            <a:off x="8050975" y="782122"/>
            <a:ext cx="3619500" cy="2492828"/>
          </a:xfrm>
        </p:spPr>
        <p:txBody>
          <a:bodyPr anchor="b"/>
          <a:lstStyle>
            <a:lvl1pPr algn="l">
              <a:spcBef>
                <a:spcPts val="960"/>
              </a:spcBef>
              <a:spcAft>
                <a:spcPts val="600"/>
              </a:spcAft>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4740" y="0"/>
            <a:ext cx="3754712" cy="2675444"/>
          </a:xfrm>
          <a:ln>
            <a:noFill/>
          </a:ln>
        </p:spPr>
        <p:txBody>
          <a:bodyPr/>
          <a:lstStyle/>
          <a:p>
            <a:r>
              <a:rPr lang="en-US"/>
              <a:t>Click icon to add picture</a:t>
            </a:r>
            <a:endParaRPr lang="en-US" dirty="0"/>
          </a:p>
        </p:txBody>
      </p:sp>
      <p:sp>
        <p:nvSpPr>
          <p:cNvPr id="19" name="Picture Placeholder 10">
            <a:extLst>
              <a:ext uri="{FF2B5EF4-FFF2-40B4-BE49-F238E27FC236}">
                <a16:creationId xmlns:a16="http://schemas.microsoft.com/office/drawing/2014/main" id="{B5F49914-A317-424F-9214-203370D7674B}"/>
              </a:ext>
            </a:extLst>
          </p:cNvPr>
          <p:cNvSpPr>
            <a:spLocks noGrp="1"/>
          </p:cNvSpPr>
          <p:nvPr>
            <p:ph type="pic" sz="quarter" idx="14"/>
          </p:nvPr>
        </p:nvSpPr>
        <p:spPr>
          <a:xfrm>
            <a:off x="3749972" y="0"/>
            <a:ext cx="3793815" cy="2675444"/>
          </a:xfrm>
          <a:ln>
            <a:noFill/>
          </a:ln>
        </p:spPr>
        <p:txBody>
          <a:bodyPr/>
          <a:lstStyle/>
          <a:p>
            <a:r>
              <a:rPr lang="en-US"/>
              <a:t>Click icon to add picture</a:t>
            </a:r>
            <a:endParaRPr lang="en-US" dirty="0"/>
          </a:p>
        </p:txBody>
      </p:sp>
      <p:sp>
        <p:nvSpPr>
          <p:cNvPr id="20" name="Picture Placeholder 10">
            <a:extLst>
              <a:ext uri="{FF2B5EF4-FFF2-40B4-BE49-F238E27FC236}">
                <a16:creationId xmlns:a16="http://schemas.microsoft.com/office/drawing/2014/main" id="{B68EE34D-80C0-4CEE-99D1-3C91F6626DFF}"/>
              </a:ext>
            </a:extLst>
          </p:cNvPr>
          <p:cNvSpPr>
            <a:spLocks noGrp="1"/>
          </p:cNvSpPr>
          <p:nvPr>
            <p:ph type="pic" sz="quarter" idx="15"/>
          </p:nvPr>
        </p:nvSpPr>
        <p:spPr>
          <a:xfrm>
            <a:off x="-4740" y="2675444"/>
            <a:ext cx="7543904" cy="4182556"/>
          </a:xfrm>
          <a:ln>
            <a:noFill/>
          </a:ln>
        </p:spPr>
        <p:txBody>
          <a:bodyPr/>
          <a:lstStyle/>
          <a:p>
            <a:r>
              <a:rPr lang="en-US"/>
              <a:t>Click icon to add picture</a:t>
            </a:r>
            <a:endParaRPr lang="en-US" dirty="0"/>
          </a:p>
        </p:txBody>
      </p:sp>
      <p:sp>
        <p:nvSpPr>
          <p:cNvPr id="12" name="Footer Placeholder 4">
            <a:extLst>
              <a:ext uri="{FF2B5EF4-FFF2-40B4-BE49-F238E27FC236}">
                <a16:creationId xmlns:a16="http://schemas.microsoft.com/office/drawing/2014/main" id="{25E34894-A499-4CC3-9F3E-BB0B1268CC35}"/>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23" name="Text Placeholder 22">
            <a:extLst>
              <a:ext uri="{FF2B5EF4-FFF2-40B4-BE49-F238E27FC236}">
                <a16:creationId xmlns:a16="http://schemas.microsoft.com/office/drawing/2014/main" id="{6F37D4A7-7BA4-4331-82C1-818D1B5B05B2}"/>
              </a:ext>
            </a:extLst>
          </p:cNvPr>
          <p:cNvSpPr>
            <a:spLocks noGrp="1"/>
          </p:cNvSpPr>
          <p:nvPr>
            <p:ph type="body" sz="quarter" idx="17"/>
          </p:nvPr>
        </p:nvSpPr>
        <p:spPr>
          <a:xfrm>
            <a:off x="8042275" y="3592286"/>
            <a:ext cx="3619500" cy="1992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4187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ctrTitle"/>
          </p:nvPr>
        </p:nvSpPr>
        <p:spPr>
          <a:xfrm>
            <a:off x="913335" y="1233378"/>
            <a:ext cx="5697102" cy="1405366"/>
          </a:xfrm>
        </p:spPr>
        <p:txBody>
          <a:bodyPr anchor="b">
            <a:noAutofit/>
          </a:bodyPr>
          <a:lstStyle>
            <a:lvl1pPr algn="ctr">
              <a:defRPr sz="4000"/>
            </a:lvl1pPr>
          </a:lstStyle>
          <a:p>
            <a:r>
              <a:rPr lang="en-US"/>
              <a:t>Click to edit Master title style</a:t>
            </a:r>
            <a:endParaRPr lang="en-US" dirty="0"/>
          </a:p>
        </p:txBody>
      </p:sp>
      <p:sp>
        <p:nvSpPr>
          <p:cNvPr id="3" name="Subtitle 2"/>
          <p:cNvSpPr>
            <a:spLocks noGrp="1"/>
          </p:cNvSpPr>
          <p:nvPr>
            <p:ph type="subTitle" idx="1"/>
          </p:nvPr>
        </p:nvSpPr>
        <p:spPr>
          <a:xfrm>
            <a:off x="913795" y="3002281"/>
            <a:ext cx="5686437" cy="2271393"/>
          </a:xfrm>
        </p:spPr>
        <p:txBody>
          <a:bodyPr anchor="t">
            <a:normAutofit/>
          </a:bodyPr>
          <a:lstStyle>
            <a:lvl1pPr marL="0" indent="0" algn="ctr">
              <a:buNone/>
              <a:defRPr lang="en-US" sz="2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13" name="Picture Placeholder 12">
            <a:extLst>
              <a:ext uri="{FF2B5EF4-FFF2-40B4-BE49-F238E27FC236}">
                <a16:creationId xmlns:a16="http://schemas.microsoft.com/office/drawing/2014/main" id="{F93FCD85-64A9-4257-8703-568A1629E13D}"/>
              </a:ext>
            </a:extLst>
          </p:cNvPr>
          <p:cNvSpPr>
            <a:spLocks noGrp="1"/>
          </p:cNvSpPr>
          <p:nvPr>
            <p:ph type="pic" sz="quarter" idx="13"/>
          </p:nvPr>
        </p:nvSpPr>
        <p:spPr>
          <a:xfrm>
            <a:off x="7596864" y="0"/>
            <a:ext cx="4572000" cy="6858000"/>
          </a:xfrm>
        </p:spPr>
        <p:txBody>
          <a:bodyPr/>
          <a:lstStyle/>
          <a:p>
            <a:r>
              <a:rPr lang="en-US"/>
              <a:t>Click icon to add picture</a:t>
            </a:r>
            <a:endParaRPr lang="en-US" dirty="0"/>
          </a:p>
        </p:txBody>
      </p:sp>
      <p:pic>
        <p:nvPicPr>
          <p:cNvPr id="9" name="Picture 8">
            <a:extLst>
              <a:ext uri="{FF2B5EF4-FFF2-40B4-BE49-F238E27FC236}">
                <a16:creationId xmlns:a16="http://schemas.microsoft.com/office/drawing/2014/main" id="{1A47AB1B-8039-41F6-A255-B03F33FB635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10" name="Date Placeholder 3">
            <a:extLst>
              <a:ext uri="{FF2B5EF4-FFF2-40B4-BE49-F238E27FC236}">
                <a16:creationId xmlns:a16="http://schemas.microsoft.com/office/drawing/2014/main" id="{FBC8FC98-420D-47E9-A6BF-65337349F5D7}"/>
              </a:ext>
            </a:extLst>
          </p:cNvPr>
          <p:cNvSpPr>
            <a:spLocks noGrp="1"/>
          </p:cNvSpPr>
          <p:nvPr>
            <p:ph type="dt" sz="half" idx="10"/>
          </p:nvPr>
        </p:nvSpPr>
        <p:spPr>
          <a:xfrm>
            <a:off x="7678736" y="6000749"/>
            <a:ext cx="2743200" cy="365125"/>
          </a:xfrm>
        </p:spPr>
        <p:txBody>
          <a:bodyPr/>
          <a:lstStyle>
            <a:lvl1pPr>
              <a:defRPr/>
            </a:lvl1pPr>
          </a:lstStyle>
          <a:p>
            <a:r>
              <a:rPr lang="en-US" dirty="0"/>
              <a:t>20XX</a:t>
            </a:r>
          </a:p>
        </p:txBody>
      </p:sp>
      <p:sp>
        <p:nvSpPr>
          <p:cNvPr id="11" name="Slide Number Placeholder 5">
            <a:extLst>
              <a:ext uri="{FF2B5EF4-FFF2-40B4-BE49-F238E27FC236}">
                <a16:creationId xmlns:a16="http://schemas.microsoft.com/office/drawing/2014/main" id="{016EE41C-5E1E-448A-AC09-A8C32B4A87FA}"/>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97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1370693" y="4913529"/>
            <a:ext cx="9440034" cy="680691"/>
          </a:xfrm>
        </p:spPr>
        <p:txBody>
          <a:bodyPr/>
          <a:lstStyle/>
          <a:p>
            <a:r>
              <a:rPr lang="en-US"/>
              <a:t>Click to edit Master title style</a:t>
            </a:r>
            <a:endParaRPr lang="en-US" dirty="0"/>
          </a:p>
        </p:txBody>
      </p:sp>
      <p:sp>
        <p:nvSpPr>
          <p:cNvPr id="8" name="Subtitle 2">
            <a:extLst>
              <a:ext uri="{FF2B5EF4-FFF2-40B4-BE49-F238E27FC236}">
                <a16:creationId xmlns:a16="http://schemas.microsoft.com/office/drawing/2014/main" id="{29CC1453-4E18-4960-B6D5-529F625B9A3C}"/>
              </a:ext>
            </a:extLst>
          </p:cNvPr>
          <p:cNvSpPr>
            <a:spLocks noGrp="1"/>
          </p:cNvSpPr>
          <p:nvPr>
            <p:ph type="subTitle" idx="1"/>
          </p:nvPr>
        </p:nvSpPr>
        <p:spPr>
          <a:xfrm>
            <a:off x="1370693" y="5713343"/>
            <a:ext cx="9440034" cy="436942"/>
          </a:xfrm>
        </p:spPr>
        <p:txBody>
          <a:bodyPr/>
          <a:lstStyle>
            <a:lvl1pPr marL="36900" indent="0" algn="ctr">
              <a:buNone/>
              <a:defRPr/>
            </a:lvl1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ADDA07CD-6F66-4875-B1ED-5D11B9642B31}"/>
              </a:ext>
            </a:extLst>
          </p:cNvPr>
          <p:cNvSpPr>
            <a:spLocks noGrp="1"/>
          </p:cNvSpPr>
          <p:nvPr>
            <p:ph type="pic" sz="quarter" idx="13"/>
          </p:nvPr>
        </p:nvSpPr>
        <p:spPr>
          <a:xfrm>
            <a:off x="642938" y="642938"/>
            <a:ext cx="5130800" cy="3303587"/>
          </a:xfrm>
        </p:spPr>
        <p:txBody>
          <a:bodyPr/>
          <a:lstStyle/>
          <a:p>
            <a:r>
              <a:rPr lang="en-US"/>
              <a:t>Click icon to add picture</a:t>
            </a:r>
            <a:endParaRPr lang="en-US" dirty="0"/>
          </a:p>
        </p:txBody>
      </p:sp>
      <p:sp>
        <p:nvSpPr>
          <p:cNvPr id="17" name="Picture Placeholder 15">
            <a:extLst>
              <a:ext uri="{FF2B5EF4-FFF2-40B4-BE49-F238E27FC236}">
                <a16:creationId xmlns:a16="http://schemas.microsoft.com/office/drawing/2014/main" id="{E1CB1643-335F-4FF9-8A42-C5652761302E}"/>
              </a:ext>
            </a:extLst>
          </p:cNvPr>
          <p:cNvSpPr>
            <a:spLocks noGrp="1"/>
          </p:cNvSpPr>
          <p:nvPr>
            <p:ph type="pic" sz="quarter" idx="14"/>
          </p:nvPr>
        </p:nvSpPr>
        <p:spPr>
          <a:xfrm>
            <a:off x="6417733" y="642937"/>
            <a:ext cx="5130800" cy="3303587"/>
          </a:xfrm>
        </p:spPr>
        <p:txBody>
          <a:bodyPr/>
          <a:lstStyle/>
          <a:p>
            <a:r>
              <a:rPr lang="en-US"/>
              <a:t>Click icon to add picture</a:t>
            </a:r>
            <a:endParaRPr lang="en-US" dirty="0"/>
          </a:p>
        </p:txBody>
      </p:sp>
      <p:pic>
        <p:nvPicPr>
          <p:cNvPr id="9" name="Picture 8">
            <a:extLst>
              <a:ext uri="{FF2B5EF4-FFF2-40B4-BE49-F238E27FC236}">
                <a16:creationId xmlns:a16="http://schemas.microsoft.com/office/drawing/2014/main" id="{44843549-5E1B-48B7-A510-624588410748}"/>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2192001" cy="4322278"/>
          </a:xfrm>
          <a:prstGeom prst="rect">
            <a:avLst/>
          </a:prstGeom>
        </p:spPr>
      </p:pic>
      <p:cxnSp>
        <p:nvCxnSpPr>
          <p:cNvPr id="11" name="Straight Connector 10">
            <a:extLst>
              <a:ext uri="{FF2B5EF4-FFF2-40B4-BE49-F238E27FC236}">
                <a16:creationId xmlns:a16="http://schemas.microsoft.com/office/drawing/2014/main" id="{43B5FF67-7EEC-4AB0-8445-132F99922894}"/>
              </a:ext>
              <a:ext uri="{C183D7F6-B498-43B3-948B-1728B52AA6E4}">
                <adec:decorative xmlns:adec="http://schemas.microsoft.com/office/drawing/2017/decorative" val="1"/>
              </a:ext>
            </a:extLst>
          </p:cNvPr>
          <p:cNvCxnSpPr/>
          <p:nvPr userDrawn="1"/>
        </p:nvCxnSpPr>
        <p:spPr>
          <a:xfrm>
            <a:off x="6096000" y="1609536"/>
            <a:ext cx="0" cy="1371600"/>
          </a:xfrm>
          <a:prstGeom prst="line">
            <a:avLst/>
          </a:prstGeom>
          <a:ln w="19050">
            <a:solidFill>
              <a:schemeClr val="tx1">
                <a:lumMod val="75000"/>
              </a:schemeClr>
            </a:solidFill>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17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time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290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754A53-50F5-4BFC-9D4B-69FF19B5766A}"/>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2" name="Title 1">
            <a:extLst>
              <a:ext uri="{FF2B5EF4-FFF2-40B4-BE49-F238E27FC236}">
                <a16:creationId xmlns:a16="http://schemas.microsoft.com/office/drawing/2014/main" id="{5EE3AA4C-F452-4742-B62F-D92ACEB05867}"/>
              </a:ext>
            </a:extLst>
          </p:cNvPr>
          <p:cNvSpPr>
            <a:spLocks noGrp="1"/>
          </p:cNvSpPr>
          <p:nvPr>
            <p:ph type="title"/>
          </p:nvPr>
        </p:nvSpPr>
        <p:spPr>
          <a:xfrm>
            <a:off x="1158948" y="1233378"/>
            <a:ext cx="5441285" cy="2911902"/>
          </a:xfrm>
        </p:spPr>
        <p:txBody>
          <a:bodyPr>
            <a:normAutofit/>
          </a:bodyPr>
          <a:lstStyle>
            <a:lvl1pPr>
              <a:defRPr sz="44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C4A6F582-B177-429F-8965-8FC2335DBCC9}"/>
              </a:ext>
            </a:extLst>
          </p:cNvPr>
          <p:cNvSpPr>
            <a:spLocks noGrp="1"/>
          </p:cNvSpPr>
          <p:nvPr>
            <p:ph type="subTitle" idx="1"/>
          </p:nvPr>
        </p:nvSpPr>
        <p:spPr>
          <a:xfrm>
            <a:off x="1158948" y="4495800"/>
            <a:ext cx="5441286" cy="777874"/>
          </a:xfrm>
        </p:spPr>
        <p:txBody>
          <a:bodyPr/>
          <a:lstStyle>
            <a:lvl1pPr marL="36900" indent="0" algn="ctr">
              <a:buNone/>
              <a:defRPr/>
            </a:lvl1pPr>
          </a:lstStyle>
          <a:p>
            <a:r>
              <a:rPr lang="en-US"/>
              <a:t>Click to edit Master subtitle style</a:t>
            </a:r>
            <a:endParaRPr lang="en-US" dirty="0"/>
          </a:p>
        </p:txBody>
      </p:sp>
      <p:sp>
        <p:nvSpPr>
          <p:cNvPr id="4" name="Footer Placeholder 3">
            <a:extLst>
              <a:ext uri="{FF2B5EF4-FFF2-40B4-BE49-F238E27FC236}">
                <a16:creationId xmlns:a16="http://schemas.microsoft.com/office/drawing/2014/main" id="{D5708956-7306-4C30-B1DF-68E2666A233C}"/>
              </a:ext>
            </a:extLst>
          </p:cNvPr>
          <p:cNvSpPr>
            <a:spLocks noGrp="1"/>
          </p:cNvSpPr>
          <p:nvPr>
            <p:ph type="ftr" sz="quarter" idx="11"/>
          </p:nvPr>
        </p:nvSpPr>
        <p:spPr>
          <a:xfrm>
            <a:off x="913796" y="6000749"/>
            <a:ext cx="5686438" cy="365125"/>
          </a:xfrm>
        </p:spPr>
        <p:txBody>
          <a:bodyPr/>
          <a:lstStyle/>
          <a:p>
            <a:r>
              <a:rPr lang="en-US" dirty="0"/>
              <a:t>Sample footer text</a:t>
            </a:r>
          </a:p>
        </p:txBody>
      </p:sp>
      <p:sp>
        <p:nvSpPr>
          <p:cNvPr id="17" name="Picture Placeholder 16">
            <a:extLst>
              <a:ext uri="{FF2B5EF4-FFF2-40B4-BE49-F238E27FC236}">
                <a16:creationId xmlns:a16="http://schemas.microsoft.com/office/drawing/2014/main" id="{F5FA9922-F4B7-458A-B446-58C5673A30DC}"/>
              </a:ext>
            </a:extLst>
          </p:cNvPr>
          <p:cNvSpPr>
            <a:spLocks noGrp="1"/>
          </p:cNvSpPr>
          <p:nvPr>
            <p:ph type="pic" sz="quarter" idx="12"/>
          </p:nvPr>
        </p:nvSpPr>
        <p:spPr>
          <a:xfrm>
            <a:off x="7848600" y="642938"/>
            <a:ext cx="3700463" cy="2625725"/>
          </a:xfrm>
        </p:spPr>
        <p:txBody>
          <a:bodyPr/>
          <a:lstStyle/>
          <a:p>
            <a:r>
              <a:rPr lang="en-US"/>
              <a:t>Click icon to add picture</a:t>
            </a:r>
            <a:endParaRPr lang="en-US" dirty="0"/>
          </a:p>
        </p:txBody>
      </p:sp>
      <p:sp>
        <p:nvSpPr>
          <p:cNvPr id="18" name="Picture Placeholder 16">
            <a:extLst>
              <a:ext uri="{FF2B5EF4-FFF2-40B4-BE49-F238E27FC236}">
                <a16:creationId xmlns:a16="http://schemas.microsoft.com/office/drawing/2014/main" id="{A931B751-CD27-4E96-B65A-1D983D265034}"/>
              </a:ext>
            </a:extLst>
          </p:cNvPr>
          <p:cNvSpPr>
            <a:spLocks noGrp="1"/>
          </p:cNvSpPr>
          <p:nvPr>
            <p:ph type="pic" sz="quarter" idx="13"/>
          </p:nvPr>
        </p:nvSpPr>
        <p:spPr>
          <a:xfrm>
            <a:off x="7848600" y="3600901"/>
            <a:ext cx="3700463" cy="2625725"/>
          </a:xfrm>
        </p:spPr>
        <p:txBody>
          <a:bodyPr/>
          <a:lstStyle/>
          <a:p>
            <a:r>
              <a:rPr lang="en-US"/>
              <a:t>Click icon to add picture</a:t>
            </a:r>
            <a:endParaRPr lang="en-US" dirty="0"/>
          </a:p>
        </p:txBody>
      </p:sp>
    </p:spTree>
    <p:extLst>
      <p:ext uri="{BB962C8B-B14F-4D97-AF65-F5344CB8AC3E}">
        <p14:creationId xmlns:p14="http://schemas.microsoft.com/office/powerpoint/2010/main" val="126780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B87676-021D-46A4-8D5E-AAB45A5F2EB7}"/>
              </a:ext>
              <a:ext uri="{C183D7F6-B498-43B3-948B-1728B52AA6E4}">
                <adec:decorative xmlns:adec="http://schemas.microsoft.com/office/drawing/2017/decorative" val="1"/>
              </a:ext>
            </a:extLst>
          </p:cNvPr>
          <p:cNvSpPr/>
          <p:nvPr userDrawn="1"/>
        </p:nvSpPr>
        <p:spPr>
          <a:xfrm>
            <a:off x="660053"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3E2461C8-280B-42BE-8793-5F1B2C4C0A30}"/>
              </a:ext>
            </a:extLst>
          </p:cNvPr>
          <p:cNvSpPr>
            <a:spLocks noGrp="1"/>
          </p:cNvSpPr>
          <p:nvPr>
            <p:ph type="pic" sz="quarter" idx="13"/>
          </p:nvPr>
        </p:nvSpPr>
        <p:spPr>
          <a:xfrm>
            <a:off x="913796" y="2327275"/>
            <a:ext cx="1827818" cy="2181225"/>
          </a:xfrm>
        </p:spPr>
        <p:txBody>
          <a:bodyPr/>
          <a:lstStyle/>
          <a:p>
            <a:r>
              <a:rPr lang="en-US"/>
              <a:t>Click icon to add picture</a:t>
            </a:r>
            <a:endParaRPr lang="en-US" dirty="0"/>
          </a:p>
        </p:txBody>
      </p:sp>
      <p:sp>
        <p:nvSpPr>
          <p:cNvPr id="10" name="Rectangle 9">
            <a:extLst>
              <a:ext uri="{FF2B5EF4-FFF2-40B4-BE49-F238E27FC236}">
                <a16:creationId xmlns:a16="http://schemas.microsoft.com/office/drawing/2014/main" id="{B256D654-5693-4897-AD58-F42CEECEC0EF}"/>
              </a:ext>
              <a:ext uri="{C183D7F6-B498-43B3-948B-1728B52AA6E4}">
                <adec:decorative xmlns:adec="http://schemas.microsoft.com/office/drawing/2017/decorative" val="1"/>
              </a:ext>
            </a:extLst>
          </p:cNvPr>
          <p:cNvSpPr/>
          <p:nvPr userDrawn="1"/>
        </p:nvSpPr>
        <p:spPr>
          <a:xfrm>
            <a:off x="3452764"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E7D5C18-F020-4168-9A98-D4162006A81B}"/>
              </a:ext>
              <a:ext uri="{C183D7F6-B498-43B3-948B-1728B52AA6E4}">
                <adec:decorative xmlns:adec="http://schemas.microsoft.com/office/drawing/2017/decorative" val="1"/>
              </a:ext>
            </a:extLst>
          </p:cNvPr>
          <p:cNvSpPr/>
          <p:nvPr userDrawn="1"/>
        </p:nvSpPr>
        <p:spPr>
          <a:xfrm>
            <a:off x="6245475"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319BC3A-55C2-47AD-93E5-368070939BF6}"/>
              </a:ext>
              <a:ext uri="{C183D7F6-B498-43B3-948B-1728B52AA6E4}">
                <adec:decorative xmlns:adec="http://schemas.microsoft.com/office/drawing/2017/decorative" val="1"/>
              </a:ext>
            </a:extLst>
          </p:cNvPr>
          <p:cNvSpPr/>
          <p:nvPr userDrawn="1"/>
        </p:nvSpPr>
        <p:spPr>
          <a:xfrm>
            <a:off x="9038186" y="2043502"/>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Picture Placeholder 31">
            <a:extLst>
              <a:ext uri="{FF2B5EF4-FFF2-40B4-BE49-F238E27FC236}">
                <a16:creationId xmlns:a16="http://schemas.microsoft.com/office/drawing/2014/main" id="{E249A1C0-506E-4C49-A763-DA0BF00B5AFC}"/>
              </a:ext>
            </a:extLst>
          </p:cNvPr>
          <p:cNvSpPr>
            <a:spLocks noGrp="1"/>
          </p:cNvSpPr>
          <p:nvPr>
            <p:ph type="pic" sz="quarter" idx="14"/>
          </p:nvPr>
        </p:nvSpPr>
        <p:spPr>
          <a:xfrm>
            <a:off x="3718593" y="2327275"/>
            <a:ext cx="1827818" cy="2181225"/>
          </a:xfrm>
        </p:spPr>
        <p:txBody>
          <a:bodyPr/>
          <a:lstStyle/>
          <a:p>
            <a:r>
              <a:rPr lang="en-US"/>
              <a:t>Click icon to add picture</a:t>
            </a:r>
            <a:endParaRPr lang="en-US" dirty="0"/>
          </a:p>
        </p:txBody>
      </p:sp>
      <p:sp>
        <p:nvSpPr>
          <p:cNvPr id="34" name="Picture Placeholder 31">
            <a:extLst>
              <a:ext uri="{FF2B5EF4-FFF2-40B4-BE49-F238E27FC236}">
                <a16:creationId xmlns:a16="http://schemas.microsoft.com/office/drawing/2014/main" id="{C9B12B3E-6E6A-4B9F-BCDC-ABAB3007AE6C}"/>
              </a:ext>
            </a:extLst>
          </p:cNvPr>
          <p:cNvSpPr>
            <a:spLocks noGrp="1"/>
          </p:cNvSpPr>
          <p:nvPr>
            <p:ph type="pic" sz="quarter" idx="15"/>
          </p:nvPr>
        </p:nvSpPr>
        <p:spPr>
          <a:xfrm>
            <a:off x="6511305" y="2327275"/>
            <a:ext cx="1827818" cy="2181225"/>
          </a:xfrm>
        </p:spPr>
        <p:txBody>
          <a:bodyPr/>
          <a:lstStyle/>
          <a:p>
            <a:r>
              <a:rPr lang="en-US"/>
              <a:t>Click icon to add picture</a:t>
            </a:r>
            <a:endParaRPr lang="en-US" dirty="0"/>
          </a:p>
        </p:txBody>
      </p:sp>
      <p:sp>
        <p:nvSpPr>
          <p:cNvPr id="35" name="Picture Placeholder 31">
            <a:extLst>
              <a:ext uri="{FF2B5EF4-FFF2-40B4-BE49-F238E27FC236}">
                <a16:creationId xmlns:a16="http://schemas.microsoft.com/office/drawing/2014/main" id="{961CEF8D-8303-439E-BDF8-3983FAE33E12}"/>
              </a:ext>
            </a:extLst>
          </p:cNvPr>
          <p:cNvSpPr>
            <a:spLocks noGrp="1"/>
          </p:cNvSpPr>
          <p:nvPr>
            <p:ph type="pic" sz="quarter" idx="16"/>
          </p:nvPr>
        </p:nvSpPr>
        <p:spPr>
          <a:xfrm>
            <a:off x="9304015" y="2327275"/>
            <a:ext cx="1827818" cy="2181225"/>
          </a:xfrm>
        </p:spPr>
        <p:txBody>
          <a:bodyPr/>
          <a:lstStyle/>
          <a:p>
            <a:r>
              <a:rPr lang="en-US"/>
              <a:t>Click icon to add picture</a:t>
            </a:r>
            <a:endParaRPr lang="en-US" dirty="0"/>
          </a:p>
        </p:txBody>
      </p:sp>
      <p:sp>
        <p:nvSpPr>
          <p:cNvPr id="36" name="Text Placeholder 27">
            <a:extLst>
              <a:ext uri="{FF2B5EF4-FFF2-40B4-BE49-F238E27FC236}">
                <a16:creationId xmlns:a16="http://schemas.microsoft.com/office/drawing/2014/main" id="{4BDD0E13-DDEB-44F9-8676-F70405015877}"/>
              </a:ext>
            </a:extLst>
          </p:cNvPr>
          <p:cNvSpPr>
            <a:spLocks noGrp="1"/>
          </p:cNvSpPr>
          <p:nvPr>
            <p:ph type="body" sz="quarter" idx="17"/>
          </p:nvPr>
        </p:nvSpPr>
        <p:spPr>
          <a:xfrm>
            <a:off x="66005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7" name="Text Placeholder 27">
            <a:extLst>
              <a:ext uri="{FF2B5EF4-FFF2-40B4-BE49-F238E27FC236}">
                <a16:creationId xmlns:a16="http://schemas.microsoft.com/office/drawing/2014/main" id="{51948158-9C97-4517-B0D3-4085249937AC}"/>
              </a:ext>
            </a:extLst>
          </p:cNvPr>
          <p:cNvSpPr>
            <a:spLocks noGrp="1"/>
          </p:cNvSpPr>
          <p:nvPr>
            <p:ph type="body" sz="quarter" idx="18"/>
          </p:nvPr>
        </p:nvSpPr>
        <p:spPr>
          <a:xfrm>
            <a:off x="66005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8" name="Text Placeholder 27">
            <a:extLst>
              <a:ext uri="{FF2B5EF4-FFF2-40B4-BE49-F238E27FC236}">
                <a16:creationId xmlns:a16="http://schemas.microsoft.com/office/drawing/2014/main" id="{CA53CE84-6890-4263-ABB8-F39819C6A432}"/>
              </a:ext>
            </a:extLst>
          </p:cNvPr>
          <p:cNvSpPr>
            <a:spLocks noGrp="1"/>
          </p:cNvSpPr>
          <p:nvPr>
            <p:ph type="body" sz="quarter" idx="19"/>
          </p:nvPr>
        </p:nvSpPr>
        <p:spPr>
          <a:xfrm>
            <a:off x="345276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9" name="Text Placeholder 27">
            <a:extLst>
              <a:ext uri="{FF2B5EF4-FFF2-40B4-BE49-F238E27FC236}">
                <a16:creationId xmlns:a16="http://schemas.microsoft.com/office/drawing/2014/main" id="{2C891989-38F5-4F8A-AD02-DBBD0666D172}"/>
              </a:ext>
            </a:extLst>
          </p:cNvPr>
          <p:cNvSpPr>
            <a:spLocks noGrp="1"/>
          </p:cNvSpPr>
          <p:nvPr>
            <p:ph type="body" sz="quarter" idx="20"/>
          </p:nvPr>
        </p:nvSpPr>
        <p:spPr>
          <a:xfrm>
            <a:off x="345276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0" name="Text Placeholder 27">
            <a:extLst>
              <a:ext uri="{FF2B5EF4-FFF2-40B4-BE49-F238E27FC236}">
                <a16:creationId xmlns:a16="http://schemas.microsoft.com/office/drawing/2014/main" id="{470811B1-7881-44B2-88EA-0D7D0EE5CB0B}"/>
              </a:ext>
            </a:extLst>
          </p:cNvPr>
          <p:cNvSpPr>
            <a:spLocks noGrp="1"/>
          </p:cNvSpPr>
          <p:nvPr>
            <p:ph type="body" sz="quarter" idx="21"/>
          </p:nvPr>
        </p:nvSpPr>
        <p:spPr>
          <a:xfrm>
            <a:off x="624547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1" name="Text Placeholder 27">
            <a:extLst>
              <a:ext uri="{FF2B5EF4-FFF2-40B4-BE49-F238E27FC236}">
                <a16:creationId xmlns:a16="http://schemas.microsoft.com/office/drawing/2014/main" id="{42DCE357-186A-457C-951C-49B33EE59FBF}"/>
              </a:ext>
            </a:extLst>
          </p:cNvPr>
          <p:cNvSpPr>
            <a:spLocks noGrp="1"/>
          </p:cNvSpPr>
          <p:nvPr>
            <p:ph type="body" sz="quarter" idx="22"/>
          </p:nvPr>
        </p:nvSpPr>
        <p:spPr>
          <a:xfrm>
            <a:off x="624547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2" name="Text Placeholder 27">
            <a:extLst>
              <a:ext uri="{FF2B5EF4-FFF2-40B4-BE49-F238E27FC236}">
                <a16:creationId xmlns:a16="http://schemas.microsoft.com/office/drawing/2014/main" id="{125640C8-2610-4EE2-B7DB-43B69762CA69}"/>
              </a:ext>
            </a:extLst>
          </p:cNvPr>
          <p:cNvSpPr>
            <a:spLocks noGrp="1"/>
          </p:cNvSpPr>
          <p:nvPr>
            <p:ph type="body" sz="quarter" idx="23"/>
          </p:nvPr>
        </p:nvSpPr>
        <p:spPr>
          <a:xfrm>
            <a:off x="903818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3" name="Text Placeholder 27">
            <a:extLst>
              <a:ext uri="{FF2B5EF4-FFF2-40B4-BE49-F238E27FC236}">
                <a16:creationId xmlns:a16="http://schemas.microsoft.com/office/drawing/2014/main" id="{A681FDE6-437A-4435-B435-9E095137BA70}"/>
              </a:ext>
            </a:extLst>
          </p:cNvPr>
          <p:cNvSpPr>
            <a:spLocks noGrp="1"/>
          </p:cNvSpPr>
          <p:nvPr>
            <p:ph type="body" sz="quarter" idx="24"/>
          </p:nvPr>
        </p:nvSpPr>
        <p:spPr>
          <a:xfrm>
            <a:off x="903818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800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928224A9-CB7A-4D21-8CA0-38125E29837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26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040" y="1734506"/>
            <a:ext cx="3359592"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204" y="1734506"/>
            <a:ext cx="3359592" cy="4099959"/>
          </a:xfrm>
          <a:prstGeom prst="rect">
            <a:avLst/>
          </a:prstGeom>
        </p:spPr>
      </p:pic>
      <p:sp>
        <p:nvSpPr>
          <p:cNvPr id="3" name="Text Placeholder 2"/>
          <p:cNvSpPr>
            <a:spLocks noGrp="1"/>
          </p:cNvSpPr>
          <p:nvPr>
            <p:ph type="body" idx="1"/>
          </p:nvPr>
        </p:nvSpPr>
        <p:spPr>
          <a:xfrm>
            <a:off x="1001623" y="1855153"/>
            <a:ext cx="318294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1623" y="2702103"/>
            <a:ext cx="318294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95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95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a:extLst>
              <a:ext uri="{FF2B5EF4-FFF2-40B4-BE49-F238E27FC236}">
                <a16:creationId xmlns:a16="http://schemas.microsoft.com/office/drawing/2014/main" id="{2CB356B5-0EDC-4245-8878-C19DA25A30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51904" y="1734506"/>
            <a:ext cx="3359592" cy="4099959"/>
          </a:xfrm>
          <a:prstGeom prst="rect">
            <a:avLst/>
          </a:prstGeom>
        </p:spPr>
      </p:pic>
      <p:sp>
        <p:nvSpPr>
          <p:cNvPr id="13" name="Text Placeholder 4">
            <a:extLst>
              <a:ext uri="{FF2B5EF4-FFF2-40B4-BE49-F238E27FC236}">
                <a16:creationId xmlns:a16="http://schemas.microsoft.com/office/drawing/2014/main" id="{556C3DD2-AE94-4BA5-920E-A7EEE19296E8}"/>
              </a:ext>
            </a:extLst>
          </p:cNvPr>
          <p:cNvSpPr>
            <a:spLocks noGrp="1"/>
          </p:cNvSpPr>
          <p:nvPr>
            <p:ph type="body" sz="quarter" idx="13"/>
          </p:nvPr>
        </p:nvSpPr>
        <p:spPr>
          <a:xfrm>
            <a:off x="80352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5">
            <a:extLst>
              <a:ext uri="{FF2B5EF4-FFF2-40B4-BE49-F238E27FC236}">
                <a16:creationId xmlns:a16="http://schemas.microsoft.com/office/drawing/2014/main" id="{04BCB055-753B-4006-BF3C-73FC5A3C25D9}"/>
              </a:ext>
            </a:extLst>
          </p:cNvPr>
          <p:cNvSpPr>
            <a:spLocks noGrp="1"/>
          </p:cNvSpPr>
          <p:nvPr>
            <p:ph sz="quarter" idx="14"/>
          </p:nvPr>
        </p:nvSpPr>
        <p:spPr>
          <a:xfrm>
            <a:off x="80352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CE1D954F-2A50-4751-9E47-BB4B7BD615A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162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DB9BCB-0C27-46E1-90C0-AADF0054184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0649" y="1"/>
            <a:ext cx="4690532" cy="6858000"/>
          </a:xfrm>
          <a:prstGeom prst="rect">
            <a:avLst/>
          </a:prstGeom>
        </p:spPr>
      </p:pic>
      <p:sp>
        <p:nvSpPr>
          <p:cNvPr id="2" name="Title 1"/>
          <p:cNvSpPr>
            <a:spLocks noGrp="1"/>
          </p:cNvSpPr>
          <p:nvPr>
            <p:ph type="title"/>
          </p:nvPr>
        </p:nvSpPr>
        <p:spPr>
          <a:xfrm>
            <a:off x="5369441" y="1233378"/>
            <a:ext cx="5898114" cy="1357422"/>
          </a:xfrm>
        </p:spPr>
        <p:txBody>
          <a:bodyPr anchor="b">
            <a:noAutofit/>
          </a:bodyPr>
          <a:lstStyle>
            <a:lvl1pPr algn="ctr">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endParaRPr lang="en-US" dirty="0"/>
          </a:p>
        </p:txBody>
      </p:sp>
      <p:sp>
        <p:nvSpPr>
          <p:cNvPr id="10" name="Subtitle 2" descr="Tag=AccentColor&#10;Flavor=Light&#10;Target=Text">
            <a:extLst>
              <a:ext uri="{FF2B5EF4-FFF2-40B4-BE49-F238E27FC236}">
                <a16:creationId xmlns:a16="http://schemas.microsoft.com/office/drawing/2014/main" id="{61821B46-FA47-4BEB-A735-3A8E1161FD7A}"/>
              </a:ext>
            </a:extLst>
          </p:cNvPr>
          <p:cNvSpPr>
            <a:spLocks noGrp="1"/>
          </p:cNvSpPr>
          <p:nvPr>
            <p:ph type="subTitle" idx="13"/>
          </p:nvPr>
        </p:nvSpPr>
        <p:spPr>
          <a:xfrm>
            <a:off x="5369440" y="2895601"/>
            <a:ext cx="5898115" cy="2378074"/>
          </a:xfrm>
        </p:spPr>
        <p:txBody>
          <a:bodyPr>
            <a:normAutofit/>
          </a:bodyPr>
          <a:lstStyle>
            <a:lvl1pPr marL="36900" indent="0">
              <a:buNone/>
              <a:defRPr/>
            </a:lvl1pPr>
          </a:lstStyle>
          <a:p>
            <a:r>
              <a:rPr lang="en-US"/>
              <a:t>Click to edit Master subtitle style</a:t>
            </a:r>
            <a:endParaRPr lang="en-US" dirty="0"/>
          </a:p>
        </p:txBody>
      </p:sp>
      <p:sp>
        <p:nvSpPr>
          <p:cNvPr id="13" name="Picture Placeholder 12">
            <a:extLst>
              <a:ext uri="{FF2B5EF4-FFF2-40B4-BE49-F238E27FC236}">
                <a16:creationId xmlns:a16="http://schemas.microsoft.com/office/drawing/2014/main" id="{CF220894-C699-4E12-9EB4-2318F23E4AAF}"/>
              </a:ext>
            </a:extLst>
          </p:cNvPr>
          <p:cNvSpPr>
            <a:spLocks noGrp="1"/>
          </p:cNvSpPr>
          <p:nvPr>
            <p:ph type="pic" sz="quarter" idx="14"/>
          </p:nvPr>
        </p:nvSpPr>
        <p:spPr>
          <a:xfrm>
            <a:off x="-11113" y="0"/>
            <a:ext cx="4583113" cy="6858000"/>
          </a:xfrm>
        </p:spPr>
        <p:txBody>
          <a:bodyPr/>
          <a:lstStyle/>
          <a:p>
            <a:r>
              <a:rPr lang="en-US"/>
              <a:t>Click icon to add picture</a:t>
            </a:r>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5" name="Date Placeholder 4"/>
          <p:cNvSpPr>
            <a:spLocks noGrp="1"/>
          </p:cNvSpPr>
          <p:nvPr>
            <p:ph type="dt" sz="half" idx="10"/>
          </p:nvPr>
        </p:nvSpPr>
        <p:spPr/>
        <p:txBody>
          <a:bodyPr/>
          <a:lstStyle>
            <a:lvl1pPr>
              <a:defRPr/>
            </a:lvl1pPr>
          </a:lstStyle>
          <a:p>
            <a:r>
              <a:rPr lang="en-US" dirty="0"/>
              <a:t>20XX</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7903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r>
              <a:rPr lang="en-US"/>
              <a:t>Click icon to add picture</a:t>
            </a:r>
            <a:endParaRPr lang="en-US" dirty="0"/>
          </a:p>
        </p:txBody>
      </p:sp>
      <p:sp useBgFill="1">
        <p:nvSpPr>
          <p:cNvPr id="2" name="Title 1"/>
          <p:cNvSpPr>
            <a:spLocks noGrp="1"/>
          </p:cNvSpPr>
          <p:nvPr>
            <p:ph type="ctrTitle"/>
          </p:nvPr>
        </p:nvSpPr>
        <p:spPr>
          <a:xfrm>
            <a:off x="1146676" y="1572884"/>
            <a:ext cx="4100417" cy="2585050"/>
          </a:xfrm>
        </p:spPr>
        <p:txBody>
          <a:bodyPr lIns="274320" anchor="ctr">
            <a:normAutofit/>
          </a:bodyPr>
          <a:lstStyle>
            <a:lvl1pPr algn="l">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endParaRPr lang="en-US" dirty="0"/>
          </a:p>
        </p:txBody>
      </p:sp>
      <p:sp useBgFill="1">
        <p:nvSpPr>
          <p:cNvPr id="3" name="Subtitle 2"/>
          <p:cNvSpPr>
            <a:spLocks noGrp="1"/>
          </p:cNvSpPr>
          <p:nvPr>
            <p:ph type="subTitle" idx="1"/>
          </p:nvPr>
        </p:nvSpPr>
        <p:spPr>
          <a:xfrm>
            <a:off x="1146675" y="4157934"/>
            <a:ext cx="4100418" cy="1446364"/>
          </a:xfrm>
        </p:spPr>
        <p:txBody>
          <a:bodyPr lIns="274320" anchor="t">
            <a:normAutofit/>
          </a:bodyPr>
          <a:lstStyle>
            <a:lvl1pPr marL="342900" indent="-306000" algn="l" defTabSz="457200" rtl="0" eaLnBrk="1" latinLnBrk="0" hangingPunct="1">
              <a:lnSpc>
                <a:spcPct val="80000"/>
              </a:lnSpc>
              <a:spcBef>
                <a:spcPct val="20000"/>
              </a:spcBef>
              <a:spcAft>
                <a:spcPts val="600"/>
              </a:spcAft>
              <a:buClr>
                <a:schemeClr val="tx2"/>
              </a:buClr>
              <a:buSzPct val="70000"/>
              <a:buFont typeface="Wingdings 2" charset="2"/>
              <a:buChar char=""/>
              <a:defRPr lang="en-US" sz="16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86425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20XX</a:t>
            </a:r>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Sample footer text</a:t>
            </a:r>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4170521828"/>
      </p:ext>
    </p:extLst>
  </p:cSld>
  <p:clrMap bg1="dk1" tx1="lt1" bg2="dk2" tx2="lt2" accent1="accent1" accent2="accent2" accent3="accent3" accent4="accent4" accent5="accent5" accent6="accent6" hlink="hlink" folHlink="folHlink"/>
  <p:sldLayoutIdLst>
    <p:sldLayoutId id="2147483682" r:id="rId1"/>
    <p:sldLayoutId id="2147483681" r:id="rId2"/>
    <p:sldLayoutId id="2147483679" r:id="rId3"/>
    <p:sldLayoutId id="2147483664" r:id="rId4"/>
    <p:sldLayoutId id="2147483660" r:id="rId5"/>
    <p:sldLayoutId id="2147483677" r:id="rId6"/>
    <p:sldLayoutId id="2147483678" r:id="rId7"/>
    <p:sldLayoutId id="2147483663" r:id="rId8"/>
    <p:sldLayoutId id="2147483676" r:id="rId9"/>
    <p:sldLayoutId id="2147483680" r:id="rId10"/>
    <p:sldLayoutId id="2147483659" r:id="rId11"/>
  </p:sldLayoutIdLst>
  <p:hf hdr="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56E763E-0855-E1C5-133F-9053C4DEAD67}"/>
              </a:ext>
            </a:extLst>
          </p:cNvPr>
          <p:cNvPicPr>
            <a:picLocks noGrp="1" noChangeAspect="1"/>
          </p:cNvPicPr>
          <p:nvPr>
            <p:ph type="pic" sz="quarter" idx="13"/>
          </p:nvPr>
        </p:nvPicPr>
        <p:blipFill>
          <a:blip r:embed="rId3"/>
          <a:srcRect l="5556" r="5556"/>
          <a:stretch>
            <a:fillRect/>
          </a:stretch>
        </p:blipFill>
        <p:spPr/>
      </p:pic>
      <p:sp useBgFill="1">
        <p:nvSpPr>
          <p:cNvPr id="18" name="Title 17">
            <a:extLst>
              <a:ext uri="{FF2B5EF4-FFF2-40B4-BE49-F238E27FC236}">
                <a16:creationId xmlns:a16="http://schemas.microsoft.com/office/drawing/2014/main" id="{7F1C1DC8-8566-416D-A699-06A29F45B578}"/>
              </a:ext>
            </a:extLst>
          </p:cNvPr>
          <p:cNvSpPr>
            <a:spLocks noGrp="1"/>
          </p:cNvSpPr>
          <p:nvPr>
            <p:ph type="ctrTitle"/>
          </p:nvPr>
        </p:nvSpPr>
        <p:spPr>
          <a:xfrm>
            <a:off x="2263430" y="2358874"/>
            <a:ext cx="7665140" cy="2140251"/>
          </a:xfrm>
        </p:spPr>
        <p:txBody>
          <a:bodyPr/>
          <a:lstStyle/>
          <a:p>
            <a:r>
              <a:rPr lang="en-US" b="0" i="0" dirty="0">
                <a:solidFill>
                  <a:srgbClr val="D2D2D2"/>
                </a:solidFill>
                <a:effectLst/>
              </a:rPr>
              <a:t>Palestinian – Israel Conflict 2000 – 2023</a:t>
            </a:r>
          </a:p>
        </p:txBody>
      </p:sp>
      <p:sp useBgFill="1">
        <p:nvSpPr>
          <p:cNvPr id="19" name="Subtitle 18">
            <a:extLst>
              <a:ext uri="{FF2B5EF4-FFF2-40B4-BE49-F238E27FC236}">
                <a16:creationId xmlns:a16="http://schemas.microsoft.com/office/drawing/2014/main" id="{B032DA7C-C3AD-4A99-8801-152FB4EE9B9E}"/>
              </a:ext>
            </a:extLst>
          </p:cNvPr>
          <p:cNvSpPr>
            <a:spLocks noGrp="1"/>
          </p:cNvSpPr>
          <p:nvPr>
            <p:ph type="subTitle" idx="1"/>
          </p:nvPr>
        </p:nvSpPr>
        <p:spPr>
          <a:xfrm>
            <a:off x="2354870" y="4486585"/>
            <a:ext cx="7665139" cy="1191977"/>
          </a:xfrm>
        </p:spPr>
        <p:txBody>
          <a:bodyPr>
            <a:normAutofit/>
          </a:bodyPr>
          <a:lstStyle/>
          <a:p>
            <a:r>
              <a:rPr lang="en-US" dirty="0">
                <a:solidFill>
                  <a:srgbClr val="D2D2D2"/>
                </a:solidFill>
                <a:effectLst/>
              </a:rPr>
              <a:t>Analysis</a:t>
            </a:r>
          </a:p>
          <a:p>
            <a:r>
              <a:rPr lang="en-US" dirty="0">
                <a:solidFill>
                  <a:srgbClr val="D2D2D2"/>
                </a:solidFill>
                <a:effectLst/>
              </a:rPr>
              <a:t>By Amish Ilyas</a:t>
            </a:r>
          </a:p>
          <a:p>
            <a:endParaRPr lang="en-US" dirty="0">
              <a:solidFill>
                <a:srgbClr val="D2D2D2"/>
              </a:solidFill>
            </a:endParaRPr>
          </a:p>
        </p:txBody>
      </p:sp>
    </p:spTree>
    <p:extLst>
      <p:ext uri="{BB962C8B-B14F-4D97-AF65-F5344CB8AC3E}">
        <p14:creationId xmlns:p14="http://schemas.microsoft.com/office/powerpoint/2010/main" val="3196402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AD0FAE4B-37EE-4B93-881F-3DB9A2B03F5C}"/>
              </a:ext>
            </a:extLst>
          </p:cNvPr>
          <p:cNvSpPr>
            <a:spLocks noGrp="1"/>
          </p:cNvSpPr>
          <p:nvPr>
            <p:ph type="title"/>
          </p:nvPr>
        </p:nvSpPr>
        <p:spPr>
          <a:xfrm>
            <a:off x="8050975" y="782122"/>
            <a:ext cx="3619500" cy="2492828"/>
          </a:xfrm>
        </p:spPr>
        <p:txBody>
          <a:bodyPr/>
          <a:lstStyle/>
          <a:p>
            <a:r>
              <a:rPr lang="en-US" dirty="0"/>
              <a:t>Agenda</a:t>
            </a:r>
          </a:p>
        </p:txBody>
      </p:sp>
      <p:sp>
        <p:nvSpPr>
          <p:cNvPr id="8" name="Footer Placeholder 4">
            <a:extLst>
              <a:ext uri="{FF2B5EF4-FFF2-40B4-BE49-F238E27FC236}">
                <a16:creationId xmlns:a16="http://schemas.microsoft.com/office/drawing/2014/main" id="{96E3B60D-8F61-4010-B5A2-75CCE0009387}"/>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27" name="Text Placeholder 26">
            <a:extLst>
              <a:ext uri="{FF2B5EF4-FFF2-40B4-BE49-F238E27FC236}">
                <a16:creationId xmlns:a16="http://schemas.microsoft.com/office/drawing/2014/main" id="{8777AD14-B633-4803-B2EF-CF2A208D1E2A}"/>
              </a:ext>
            </a:extLst>
          </p:cNvPr>
          <p:cNvSpPr>
            <a:spLocks noGrp="1"/>
          </p:cNvSpPr>
          <p:nvPr>
            <p:ph type="body" sz="quarter" idx="17"/>
          </p:nvPr>
        </p:nvSpPr>
        <p:spPr>
          <a:xfrm>
            <a:off x="8042275" y="3592286"/>
            <a:ext cx="3619500" cy="1992313"/>
          </a:xfrm>
        </p:spPr>
        <p:txBody>
          <a:bodyPr>
            <a:normAutofit/>
          </a:bodyPr>
          <a:lstStyle/>
          <a:p>
            <a:r>
              <a:rPr lang="en-US" dirty="0">
                <a:solidFill>
                  <a:srgbClr val="D2D2D2"/>
                </a:solidFill>
              </a:rPr>
              <a:t>Introduction</a:t>
            </a:r>
          </a:p>
          <a:p>
            <a:r>
              <a:rPr lang="en-US" dirty="0"/>
              <a:t>Problem Statement and Tools</a:t>
            </a:r>
          </a:p>
          <a:p>
            <a:r>
              <a:rPr lang="en-US" dirty="0"/>
              <a:t>Trends and Insights</a:t>
            </a:r>
          </a:p>
        </p:txBody>
      </p:sp>
      <p:sp>
        <p:nvSpPr>
          <p:cNvPr id="9" name="Slide Number Placeholder 5">
            <a:extLst>
              <a:ext uri="{FF2B5EF4-FFF2-40B4-BE49-F238E27FC236}">
                <a16:creationId xmlns:a16="http://schemas.microsoft.com/office/drawing/2014/main" id="{3B346791-1682-49BA-8758-84E6A10FB23F}"/>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2</a:t>
            </a:fld>
            <a:endParaRPr lang="en-US" dirty="0"/>
          </a:p>
        </p:txBody>
      </p:sp>
      <p:pic>
        <p:nvPicPr>
          <p:cNvPr id="10" name="Picture Placeholder 9">
            <a:extLst>
              <a:ext uri="{FF2B5EF4-FFF2-40B4-BE49-F238E27FC236}">
                <a16:creationId xmlns:a16="http://schemas.microsoft.com/office/drawing/2014/main" id="{21EADB85-5ECB-7256-683B-FD5747F66C40}"/>
              </a:ext>
            </a:extLst>
          </p:cNvPr>
          <p:cNvPicPr>
            <a:picLocks noGrp="1" noChangeAspect="1"/>
          </p:cNvPicPr>
          <p:nvPr>
            <p:ph type="pic" sz="quarter" idx="13"/>
          </p:nvPr>
        </p:nvPicPr>
        <p:blipFill>
          <a:blip r:embed="rId3"/>
          <a:srcRect l="10515" r="10515"/>
          <a:stretch>
            <a:fillRect/>
          </a:stretch>
        </p:blipFill>
        <p:spPr/>
      </p:pic>
      <p:pic>
        <p:nvPicPr>
          <p:cNvPr id="12" name="Picture Placeholder 11">
            <a:extLst>
              <a:ext uri="{FF2B5EF4-FFF2-40B4-BE49-F238E27FC236}">
                <a16:creationId xmlns:a16="http://schemas.microsoft.com/office/drawing/2014/main" id="{E573AA9C-E541-984A-738F-AD063B1D7738}"/>
              </a:ext>
            </a:extLst>
          </p:cNvPr>
          <p:cNvPicPr>
            <a:picLocks noGrp="1" noChangeAspect="1"/>
          </p:cNvPicPr>
          <p:nvPr>
            <p:ph type="pic" sz="quarter" idx="14"/>
          </p:nvPr>
        </p:nvPicPr>
        <p:blipFill>
          <a:blip r:embed="rId4"/>
          <a:srcRect l="3112" r="3112"/>
          <a:stretch>
            <a:fillRect/>
          </a:stretch>
        </p:blipFill>
        <p:spPr/>
      </p:pic>
      <p:pic>
        <p:nvPicPr>
          <p:cNvPr id="16" name="Picture Placeholder 15">
            <a:extLst>
              <a:ext uri="{FF2B5EF4-FFF2-40B4-BE49-F238E27FC236}">
                <a16:creationId xmlns:a16="http://schemas.microsoft.com/office/drawing/2014/main" id="{B738313F-877C-4908-180C-5D60F1389106}"/>
              </a:ext>
            </a:extLst>
          </p:cNvPr>
          <p:cNvPicPr>
            <a:picLocks noGrp="1" noChangeAspect="1"/>
          </p:cNvPicPr>
          <p:nvPr>
            <p:ph type="pic" sz="quarter" idx="15"/>
          </p:nvPr>
        </p:nvPicPr>
        <p:blipFill>
          <a:blip r:embed="rId5"/>
          <a:srcRect l="2702" r="2702"/>
          <a:stretch>
            <a:fillRect/>
          </a:stretch>
        </p:blipFill>
        <p:spPr/>
      </p:pic>
    </p:spTree>
    <p:extLst>
      <p:ext uri="{BB962C8B-B14F-4D97-AF65-F5344CB8AC3E}">
        <p14:creationId xmlns:p14="http://schemas.microsoft.com/office/powerpoint/2010/main" val="2558899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3335" y="1233378"/>
            <a:ext cx="5697102" cy="1405366"/>
          </a:xfrm>
        </p:spPr>
        <p:txBody>
          <a:bodyPr>
            <a:normAutofit/>
          </a:bodyPr>
          <a:lstStyle/>
          <a:p>
            <a:r>
              <a:rPr lang="en-US" dirty="0"/>
              <a:t>Introduction</a:t>
            </a:r>
          </a:p>
        </p:txBody>
      </p:sp>
      <p:sp>
        <p:nvSpPr>
          <p:cNvPr id="3" name="Subtitle 2" descr="Tag=AccentColor&#10;Flavor=Light&#10;Target=Text"/>
          <p:cNvSpPr>
            <a:spLocks noGrp="1"/>
          </p:cNvSpPr>
          <p:nvPr>
            <p:ph type="subTitle" idx="1"/>
          </p:nvPr>
        </p:nvSpPr>
        <p:spPr>
          <a:xfrm>
            <a:off x="913795" y="3002281"/>
            <a:ext cx="5686437" cy="2271393"/>
          </a:xfrm>
        </p:spPr>
        <p:txBody>
          <a:bodyPr>
            <a:normAutofit fontScale="77500" lnSpcReduction="20000"/>
          </a:bodyPr>
          <a:lstStyle/>
          <a:p>
            <a:pPr>
              <a:buNone/>
            </a:pPr>
            <a:r>
              <a:rPr lang="en-GB" dirty="0"/>
              <a:t>The Israeli-Palestinian conflict is a long-standing struggle over land, sovereignty, and political rights, primarily  </a:t>
            </a:r>
            <a:r>
              <a:rPr lang="en-GB" dirty="0" err="1"/>
              <a:t>centered</a:t>
            </a:r>
            <a:r>
              <a:rPr lang="en-GB" dirty="0"/>
              <a:t> around issues like the status of Jerusalem, territorial borders, and the displacement of Palestinians. Since the Second Intifada in 2000, the conflict has caused thousands of deaths, including civilians and children.</a:t>
            </a:r>
          </a:p>
          <a:p>
            <a:r>
              <a:rPr lang="en-GB" dirty="0"/>
              <a:t>This analysis explores patterns in the fatalities to better understand the </a:t>
            </a:r>
            <a:r>
              <a:rPr lang="en-GB" b="1" dirty="0"/>
              <a:t>human impact</a:t>
            </a:r>
            <a:r>
              <a:rPr lang="en-GB" dirty="0"/>
              <a:t> of the conflict — highlighting who was affected, where, and under what conditions.</a:t>
            </a:r>
          </a:p>
        </p:txBody>
      </p:sp>
      <p:sp>
        <p:nvSpPr>
          <p:cNvPr id="18" name="Slide Number Placeholder 5">
            <a:extLst>
              <a:ext uri="{FF2B5EF4-FFF2-40B4-BE49-F238E27FC236}">
                <a16:creationId xmlns:a16="http://schemas.microsoft.com/office/drawing/2014/main" id="{1ED457A1-2E40-4C44-A232-BAF8CDEB0077}"/>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3</a:t>
            </a:fld>
            <a:endParaRPr lang="en-US" dirty="0"/>
          </a:p>
        </p:txBody>
      </p:sp>
      <p:pic>
        <p:nvPicPr>
          <p:cNvPr id="7" name="Picture Placeholder 6">
            <a:extLst>
              <a:ext uri="{FF2B5EF4-FFF2-40B4-BE49-F238E27FC236}">
                <a16:creationId xmlns:a16="http://schemas.microsoft.com/office/drawing/2014/main" id="{8245D426-534A-512A-3406-6E75C4F8104E}"/>
              </a:ext>
            </a:extLst>
          </p:cNvPr>
          <p:cNvPicPr>
            <a:picLocks noGrp="1" noChangeAspect="1"/>
          </p:cNvPicPr>
          <p:nvPr>
            <p:ph type="pic" sz="quarter" idx="13"/>
          </p:nvPr>
        </p:nvPicPr>
        <p:blipFill>
          <a:blip r:embed="rId3"/>
          <a:srcRect l="3200" t="1067" r="30133" b="-1067"/>
          <a:stretch/>
        </p:blipFill>
        <p:spPr>
          <a:xfrm>
            <a:off x="7596864" y="0"/>
            <a:ext cx="4572000" cy="6858000"/>
          </a:xfrm>
        </p:spPr>
      </p:pic>
    </p:spTree>
    <p:extLst>
      <p:ext uri="{BB962C8B-B14F-4D97-AF65-F5344CB8AC3E}">
        <p14:creationId xmlns:p14="http://schemas.microsoft.com/office/powerpoint/2010/main" val="83597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BA1A6-5EE8-3E19-3C59-1B88967A2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45546-D027-D263-AD2D-6136582ADAC1}"/>
              </a:ext>
            </a:extLst>
          </p:cNvPr>
          <p:cNvSpPr>
            <a:spLocks noGrp="1"/>
          </p:cNvSpPr>
          <p:nvPr>
            <p:ph type="ctrTitle"/>
          </p:nvPr>
        </p:nvSpPr>
        <p:spPr>
          <a:xfrm>
            <a:off x="2193495" y="822959"/>
            <a:ext cx="7416849" cy="865323"/>
          </a:xfrm>
        </p:spPr>
        <p:txBody>
          <a:bodyPr>
            <a:noAutofit/>
          </a:bodyPr>
          <a:lstStyle/>
          <a:p>
            <a:r>
              <a:rPr lang="en-US" sz="6000" dirty="0"/>
              <a:t>Problem Statement </a:t>
            </a:r>
          </a:p>
        </p:txBody>
      </p:sp>
      <p:sp>
        <p:nvSpPr>
          <p:cNvPr id="18" name="Slide Number Placeholder 5">
            <a:extLst>
              <a:ext uri="{FF2B5EF4-FFF2-40B4-BE49-F238E27FC236}">
                <a16:creationId xmlns:a16="http://schemas.microsoft.com/office/drawing/2014/main" id="{BC1E05E8-BEEB-8A54-D3D7-CFBED0D9E827}"/>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4</a:t>
            </a:fld>
            <a:endParaRPr lang="en-US" dirty="0"/>
          </a:p>
        </p:txBody>
      </p:sp>
      <p:sp>
        <p:nvSpPr>
          <p:cNvPr id="10" name="TextBox 9">
            <a:extLst>
              <a:ext uri="{FF2B5EF4-FFF2-40B4-BE49-F238E27FC236}">
                <a16:creationId xmlns:a16="http://schemas.microsoft.com/office/drawing/2014/main" id="{21DE56A5-A5C7-C4BC-150B-983FF696D985}"/>
              </a:ext>
            </a:extLst>
          </p:cNvPr>
          <p:cNvSpPr txBox="1"/>
          <p:nvPr/>
        </p:nvSpPr>
        <p:spPr>
          <a:xfrm>
            <a:off x="2434590" y="2291787"/>
            <a:ext cx="7175754" cy="2246769"/>
          </a:xfrm>
          <a:prstGeom prst="rect">
            <a:avLst/>
          </a:prstGeom>
          <a:noFill/>
        </p:spPr>
        <p:txBody>
          <a:bodyPr wrap="square">
            <a:spAutoFit/>
          </a:bodyPr>
          <a:lstStyle/>
          <a:p>
            <a:pPr>
              <a:buNone/>
            </a:pPr>
            <a:r>
              <a:rPr lang="en-PK" sz="2800" b="1" dirty="0" err="1">
                <a:effectLst/>
                <a:latin typeface="Calibri" panose="020F0502020204030204" pitchFamily="34" charset="0"/>
                <a:ea typeface="Calibri" panose="020F0502020204030204" pitchFamily="34" charset="0"/>
                <a:cs typeface="Times New Roman" panose="02020603050405020304" pitchFamily="18" charset="0"/>
              </a:rPr>
              <a:t>Analyze</a:t>
            </a:r>
            <a:r>
              <a:rPr lang="en-PK" sz="2800" b="1" dirty="0">
                <a:effectLst/>
                <a:latin typeface="Calibri" panose="020F0502020204030204" pitchFamily="34" charset="0"/>
                <a:ea typeface="Calibri" panose="020F0502020204030204" pitchFamily="34" charset="0"/>
                <a:cs typeface="Times New Roman" panose="02020603050405020304" pitchFamily="18" charset="0"/>
              </a:rPr>
              <a:t> the Israeli-Palestinian conflict fatalities since 2000 to identify patterns and trends across time, demographics, geography, causes of death, and ammunition used, with a special focus on civilian and child casualties</a:t>
            </a:r>
            <a:endParaRPr lang="en-GB" sz="2800" dirty="0"/>
          </a:p>
        </p:txBody>
      </p:sp>
    </p:spTree>
    <p:extLst>
      <p:ext uri="{BB962C8B-B14F-4D97-AF65-F5344CB8AC3E}">
        <p14:creationId xmlns:p14="http://schemas.microsoft.com/office/powerpoint/2010/main" val="3302418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9372600" y="1481042"/>
            <a:ext cx="2651759" cy="4663726"/>
          </a:xfrm>
        </p:spPr>
        <p:txBody>
          <a:bodyPr>
            <a:normAutofit/>
          </a:bodyPr>
          <a:lstStyle/>
          <a:p>
            <a:r>
              <a:rPr lang="en-US" sz="2000" dirty="0"/>
              <a:t>As the Conflict Begin in 2000 35 People Died. </a:t>
            </a:r>
            <a:r>
              <a:rPr lang="en-GB" sz="2000" dirty="0"/>
              <a:t>Fatalities peaked in </a:t>
            </a:r>
            <a:r>
              <a:rPr lang="en-GB" sz="2000" b="1" dirty="0"/>
              <a:t>2014</a:t>
            </a:r>
            <a:r>
              <a:rPr lang="en-GB" sz="2000" dirty="0"/>
              <a:t> with </a:t>
            </a:r>
            <a:r>
              <a:rPr lang="en-GB" sz="2000" b="1" dirty="0"/>
              <a:t>2299 deaths</a:t>
            </a:r>
            <a:r>
              <a:rPr lang="en-GB" sz="2000" dirty="0"/>
              <a:t>, followed by a significant drop in 2015. Till Now</a:t>
            </a:r>
            <a:br>
              <a:rPr lang="en-GB" sz="2000" dirty="0"/>
            </a:br>
            <a:br>
              <a:rPr lang="en-GB" sz="2000" dirty="0"/>
            </a:br>
            <a:r>
              <a:rPr lang="en-GB" sz="2000" dirty="0"/>
              <a:t>While September has least Deaths 436 and July has Most No of Deaths 2149</a:t>
            </a:r>
            <a:br>
              <a:rPr lang="en-GB" sz="2000" dirty="0"/>
            </a:br>
            <a:br>
              <a:rPr lang="en-GB" sz="2000" dirty="0"/>
            </a:br>
            <a:r>
              <a:rPr lang="en-GB" sz="2000" dirty="0"/>
              <a:t> </a:t>
            </a:r>
            <a:endParaRPr lang="en-US" sz="2000" dirty="0"/>
          </a:p>
        </p:txBody>
      </p:sp>
      <p:sp>
        <p:nvSpPr>
          <p:cNvPr id="12" name="Slide Number Placeholder 5">
            <a:extLst>
              <a:ext uri="{FF2B5EF4-FFF2-40B4-BE49-F238E27FC236}">
                <a16:creationId xmlns:a16="http://schemas.microsoft.com/office/drawing/2014/main" id="{44F56172-F0A1-4C57-A121-33FE4644160A}"/>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5</a:t>
            </a:fld>
            <a:endParaRPr lang="en-US" dirty="0"/>
          </a:p>
        </p:txBody>
      </p:sp>
      <p:graphicFrame>
        <p:nvGraphicFramePr>
          <p:cNvPr id="3" name="Table 2">
            <a:extLst>
              <a:ext uri="{FF2B5EF4-FFF2-40B4-BE49-F238E27FC236}">
                <a16:creationId xmlns:a16="http://schemas.microsoft.com/office/drawing/2014/main" id="{79DAA367-2E8D-768A-B269-52C86619FDF2}"/>
              </a:ext>
            </a:extLst>
          </p:cNvPr>
          <p:cNvGraphicFramePr>
            <a:graphicFrameLocks noGrp="1"/>
          </p:cNvGraphicFramePr>
          <p:nvPr>
            <p:extLst>
              <p:ext uri="{D42A27DB-BD31-4B8C-83A1-F6EECF244321}">
                <p14:modId xmlns:p14="http://schemas.microsoft.com/office/powerpoint/2010/main" val="2344843499"/>
              </p:ext>
            </p:extLst>
          </p:nvPr>
        </p:nvGraphicFramePr>
        <p:xfrm>
          <a:off x="10181562" y="231934"/>
          <a:ext cx="1587500" cy="7239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1286679483"/>
                    </a:ext>
                  </a:extLst>
                </a:gridCol>
              </a:tblGrid>
              <a:tr h="361950">
                <a:tc>
                  <a:txBody>
                    <a:bodyPr/>
                    <a:lstStyle/>
                    <a:p>
                      <a:pPr algn="ctr" fontAlgn="ctr"/>
                      <a:r>
                        <a:rPr lang="en-US" sz="2200" u="none" strike="noStrike" dirty="0">
                          <a:effectLst/>
                        </a:rPr>
                        <a:t>Total Deaths</a:t>
                      </a:r>
                      <a:endParaRPr lang="en-US" sz="2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7316967"/>
                  </a:ext>
                </a:extLst>
              </a:tr>
              <a:tr h="361950">
                <a:tc>
                  <a:txBody>
                    <a:bodyPr/>
                    <a:lstStyle/>
                    <a:p>
                      <a:pPr algn="ctr" fontAlgn="ctr"/>
                      <a:r>
                        <a:rPr lang="en-PK" sz="2200" u="none" strike="noStrike" dirty="0">
                          <a:effectLst/>
                        </a:rPr>
                        <a:t>10969</a:t>
                      </a:r>
                      <a:endParaRPr lang="en-PK" sz="2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41123737"/>
                  </a:ext>
                </a:extLst>
              </a:tr>
            </a:tbl>
          </a:graphicData>
        </a:graphic>
      </p:graphicFrame>
      <p:graphicFrame>
        <p:nvGraphicFramePr>
          <p:cNvPr id="7" name="Chart 6">
            <a:extLst>
              <a:ext uri="{FF2B5EF4-FFF2-40B4-BE49-F238E27FC236}">
                <a16:creationId xmlns:a16="http://schemas.microsoft.com/office/drawing/2014/main" id="{90319194-FA33-482D-84EF-39467BB35B59}"/>
              </a:ext>
            </a:extLst>
          </p:cNvPr>
          <p:cNvGraphicFramePr>
            <a:graphicFrameLocks/>
          </p:cNvGraphicFramePr>
          <p:nvPr>
            <p:extLst>
              <p:ext uri="{D42A27DB-BD31-4B8C-83A1-F6EECF244321}">
                <p14:modId xmlns:p14="http://schemas.microsoft.com/office/powerpoint/2010/main" val="445777816"/>
              </p:ext>
            </p:extLst>
          </p:nvPr>
        </p:nvGraphicFramePr>
        <p:xfrm>
          <a:off x="816130" y="231934"/>
          <a:ext cx="8300438" cy="29514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C7E4A37D-A150-467B-8B45-9725CA497F12}"/>
              </a:ext>
            </a:extLst>
          </p:cNvPr>
          <p:cNvGraphicFramePr>
            <a:graphicFrameLocks/>
          </p:cNvGraphicFramePr>
          <p:nvPr>
            <p:extLst>
              <p:ext uri="{D42A27DB-BD31-4B8C-83A1-F6EECF244321}">
                <p14:modId xmlns:p14="http://schemas.microsoft.com/office/powerpoint/2010/main" val="956852653"/>
              </p:ext>
            </p:extLst>
          </p:nvPr>
        </p:nvGraphicFramePr>
        <p:xfrm>
          <a:off x="1243583" y="3674650"/>
          <a:ext cx="7832911" cy="29514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2738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648E9-FD5A-57C8-214A-EEA787A7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2E4FD-18E7-1C16-B4A7-DDBFF0FD6C80}"/>
              </a:ext>
            </a:extLst>
          </p:cNvPr>
          <p:cNvSpPr>
            <a:spLocks noGrp="1"/>
          </p:cNvSpPr>
          <p:nvPr>
            <p:ph type="title"/>
          </p:nvPr>
        </p:nvSpPr>
        <p:spPr>
          <a:xfrm>
            <a:off x="9372600" y="1481042"/>
            <a:ext cx="2651759" cy="4663726"/>
          </a:xfrm>
        </p:spPr>
        <p:txBody>
          <a:bodyPr>
            <a:normAutofit/>
          </a:bodyPr>
          <a:lstStyle/>
          <a:p>
            <a:r>
              <a:rPr lang="en-US" sz="2000" dirty="0"/>
              <a:t>87.40 Percent were Male Target and 12.60% were Female Targets That Were Killed In Conflict .Male are more Prone to Killing Because of The conflict participation.</a:t>
            </a:r>
          </a:p>
        </p:txBody>
      </p:sp>
      <p:sp>
        <p:nvSpPr>
          <p:cNvPr id="12" name="Slide Number Placeholder 5">
            <a:extLst>
              <a:ext uri="{FF2B5EF4-FFF2-40B4-BE49-F238E27FC236}">
                <a16:creationId xmlns:a16="http://schemas.microsoft.com/office/drawing/2014/main" id="{51D9AB75-A163-5A3F-7B64-2B5DF1325805}"/>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6</a:t>
            </a:fld>
            <a:endParaRPr lang="en-US" dirty="0"/>
          </a:p>
        </p:txBody>
      </p:sp>
      <p:graphicFrame>
        <p:nvGraphicFramePr>
          <p:cNvPr id="4" name="Chart 3">
            <a:extLst>
              <a:ext uri="{FF2B5EF4-FFF2-40B4-BE49-F238E27FC236}">
                <a16:creationId xmlns:a16="http://schemas.microsoft.com/office/drawing/2014/main" id="{B3ACDB8A-9AC7-4B95-B5EE-F13A5D543A19}"/>
              </a:ext>
            </a:extLst>
          </p:cNvPr>
          <p:cNvGraphicFramePr>
            <a:graphicFrameLocks/>
          </p:cNvGraphicFramePr>
          <p:nvPr>
            <p:extLst>
              <p:ext uri="{D42A27DB-BD31-4B8C-83A1-F6EECF244321}">
                <p14:modId xmlns:p14="http://schemas.microsoft.com/office/powerpoint/2010/main" val="367266456"/>
              </p:ext>
            </p:extLst>
          </p:nvPr>
        </p:nvGraphicFramePr>
        <p:xfrm>
          <a:off x="1101525" y="913093"/>
          <a:ext cx="8380803" cy="489334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78443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3B8B-99BD-F173-DDD6-C0FB725A1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105D4-A40B-50F3-BB76-39A7174DFED0}"/>
              </a:ext>
            </a:extLst>
          </p:cNvPr>
          <p:cNvSpPr>
            <a:spLocks noGrp="1"/>
          </p:cNvSpPr>
          <p:nvPr>
            <p:ph type="title"/>
          </p:nvPr>
        </p:nvSpPr>
        <p:spPr>
          <a:xfrm>
            <a:off x="9372600" y="1481042"/>
            <a:ext cx="2651759" cy="4663726"/>
          </a:xfrm>
        </p:spPr>
        <p:txBody>
          <a:bodyPr>
            <a:normAutofit/>
          </a:bodyPr>
          <a:lstStyle/>
          <a:p>
            <a:r>
              <a:rPr lang="en-US" sz="2000" dirty="0"/>
              <a:t>Death Is Mostly in Range of 21-30 Age . 4079 Males and 257 Females. Because Maybe They Participate in Conflicts more . Female have Died Mostly in age Range 11-20Age  297 Died. 60+ People have died least </a:t>
            </a:r>
          </a:p>
        </p:txBody>
      </p:sp>
      <p:sp>
        <p:nvSpPr>
          <p:cNvPr id="12" name="Slide Number Placeholder 5">
            <a:extLst>
              <a:ext uri="{FF2B5EF4-FFF2-40B4-BE49-F238E27FC236}">
                <a16:creationId xmlns:a16="http://schemas.microsoft.com/office/drawing/2014/main" id="{7A06BB68-B2A0-D799-3A70-C94FE787CF20}"/>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7</a:t>
            </a:fld>
            <a:endParaRPr lang="en-US" dirty="0"/>
          </a:p>
        </p:txBody>
      </p:sp>
      <p:graphicFrame>
        <p:nvGraphicFramePr>
          <p:cNvPr id="3" name="Chart 2">
            <a:extLst>
              <a:ext uri="{FF2B5EF4-FFF2-40B4-BE49-F238E27FC236}">
                <a16:creationId xmlns:a16="http://schemas.microsoft.com/office/drawing/2014/main" id="{EB9B1FA9-7553-4037-A374-5A2CCD87AEA1}"/>
              </a:ext>
            </a:extLst>
          </p:cNvPr>
          <p:cNvGraphicFramePr>
            <a:graphicFrameLocks/>
          </p:cNvGraphicFramePr>
          <p:nvPr>
            <p:extLst>
              <p:ext uri="{D42A27DB-BD31-4B8C-83A1-F6EECF244321}">
                <p14:modId xmlns:p14="http://schemas.microsoft.com/office/powerpoint/2010/main" val="378578397"/>
              </p:ext>
            </p:extLst>
          </p:nvPr>
        </p:nvGraphicFramePr>
        <p:xfrm>
          <a:off x="353566" y="759236"/>
          <a:ext cx="9019034" cy="49283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32908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7BC95-5D20-D34C-437B-F9EFA8E06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08C58-EAED-36E3-B2DC-DEA47AB6CD68}"/>
              </a:ext>
            </a:extLst>
          </p:cNvPr>
          <p:cNvSpPr>
            <a:spLocks noGrp="1"/>
          </p:cNvSpPr>
          <p:nvPr>
            <p:ph type="title"/>
          </p:nvPr>
        </p:nvSpPr>
        <p:spPr>
          <a:xfrm>
            <a:off x="9372600" y="1481042"/>
            <a:ext cx="2651759" cy="4663726"/>
          </a:xfrm>
        </p:spPr>
        <p:txBody>
          <a:bodyPr>
            <a:normAutofit/>
          </a:bodyPr>
          <a:lstStyle/>
          <a:p>
            <a:r>
              <a:rPr lang="en-US" sz="2000" dirty="0"/>
              <a:t>Most of The Deaths Causes are Unknown but Missile is The Most used Weapon or Technique in Killing during conflicts with 2859 Deaths</a:t>
            </a:r>
          </a:p>
        </p:txBody>
      </p:sp>
      <p:sp>
        <p:nvSpPr>
          <p:cNvPr id="12" name="Slide Number Placeholder 5">
            <a:extLst>
              <a:ext uri="{FF2B5EF4-FFF2-40B4-BE49-F238E27FC236}">
                <a16:creationId xmlns:a16="http://schemas.microsoft.com/office/drawing/2014/main" id="{D4943901-23F1-63B2-7D76-8B55F4616B6D}"/>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8</a:t>
            </a:fld>
            <a:endParaRPr lang="en-US" dirty="0"/>
          </a:p>
        </p:txBody>
      </p:sp>
      <p:graphicFrame>
        <p:nvGraphicFramePr>
          <p:cNvPr id="4" name="Chart 3">
            <a:extLst>
              <a:ext uri="{FF2B5EF4-FFF2-40B4-BE49-F238E27FC236}">
                <a16:creationId xmlns:a16="http://schemas.microsoft.com/office/drawing/2014/main" id="{22D086C1-A1B2-4F21-A941-72F854B5E16D}"/>
              </a:ext>
            </a:extLst>
          </p:cNvPr>
          <p:cNvGraphicFramePr>
            <a:graphicFrameLocks/>
          </p:cNvGraphicFramePr>
          <p:nvPr>
            <p:extLst>
              <p:ext uri="{D42A27DB-BD31-4B8C-83A1-F6EECF244321}">
                <p14:modId xmlns:p14="http://schemas.microsoft.com/office/powerpoint/2010/main" val="3565863022"/>
              </p:ext>
            </p:extLst>
          </p:nvPr>
        </p:nvGraphicFramePr>
        <p:xfrm>
          <a:off x="749808" y="641889"/>
          <a:ext cx="7726680" cy="53588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06454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62CBE-920E-AE4F-1B34-4AB4458AA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59149-5B9F-89E2-B0A8-32176CDE236B}"/>
              </a:ext>
            </a:extLst>
          </p:cNvPr>
          <p:cNvSpPr>
            <a:spLocks noGrp="1"/>
          </p:cNvSpPr>
          <p:nvPr>
            <p:ph type="title"/>
          </p:nvPr>
        </p:nvSpPr>
        <p:spPr>
          <a:xfrm>
            <a:off x="9372600" y="1481042"/>
            <a:ext cx="2651759" cy="4663726"/>
          </a:xfrm>
        </p:spPr>
        <p:txBody>
          <a:bodyPr>
            <a:normAutofit/>
          </a:bodyPr>
          <a:lstStyle/>
          <a:p>
            <a:r>
              <a:rPr lang="en-US" sz="2000" dirty="0"/>
              <a:t>Deaths By Location Region Clearly Shows that Most of The Killing has done in Gaza 7651 Killed West Bank 2654 and Israel 664</a:t>
            </a:r>
          </a:p>
        </p:txBody>
      </p:sp>
      <p:sp>
        <p:nvSpPr>
          <p:cNvPr id="12" name="Slide Number Placeholder 5">
            <a:extLst>
              <a:ext uri="{FF2B5EF4-FFF2-40B4-BE49-F238E27FC236}">
                <a16:creationId xmlns:a16="http://schemas.microsoft.com/office/drawing/2014/main" id="{9F0C2119-4CD2-82D3-9793-5A43C266BAB0}"/>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9</a:t>
            </a:fld>
            <a:endParaRPr lang="en-US" dirty="0"/>
          </a:p>
        </p:txBody>
      </p:sp>
      <p:graphicFrame>
        <p:nvGraphicFramePr>
          <p:cNvPr id="3" name="Chart 2">
            <a:extLst>
              <a:ext uri="{FF2B5EF4-FFF2-40B4-BE49-F238E27FC236}">
                <a16:creationId xmlns:a16="http://schemas.microsoft.com/office/drawing/2014/main" id="{B286FD41-4E5F-46FA-9955-CDF37C95E3E2}"/>
              </a:ext>
            </a:extLst>
          </p:cNvPr>
          <p:cNvGraphicFramePr>
            <a:graphicFrameLocks/>
          </p:cNvGraphicFramePr>
          <p:nvPr>
            <p:extLst>
              <p:ext uri="{D42A27DB-BD31-4B8C-83A1-F6EECF244321}">
                <p14:modId xmlns:p14="http://schemas.microsoft.com/office/powerpoint/2010/main" val="1592226499"/>
              </p:ext>
            </p:extLst>
          </p:nvPr>
        </p:nvGraphicFramePr>
        <p:xfrm>
          <a:off x="653224" y="1481042"/>
          <a:ext cx="7548944" cy="35696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0292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C5D4-2487-B6BF-0399-111142A31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B3B68-8388-E877-0657-A0D89B707FB0}"/>
              </a:ext>
            </a:extLst>
          </p:cNvPr>
          <p:cNvSpPr>
            <a:spLocks noGrp="1"/>
          </p:cNvSpPr>
          <p:nvPr>
            <p:ph type="title"/>
          </p:nvPr>
        </p:nvSpPr>
        <p:spPr>
          <a:xfrm>
            <a:off x="9372600" y="1481042"/>
            <a:ext cx="2651759" cy="4663726"/>
          </a:xfrm>
        </p:spPr>
        <p:txBody>
          <a:bodyPr>
            <a:normAutofit/>
          </a:bodyPr>
          <a:lstStyle/>
          <a:p>
            <a:r>
              <a:rPr lang="en-US" sz="2000" dirty="0"/>
              <a:t>Most of The People that were Killed in the Conflict are Poor </a:t>
            </a:r>
            <a:r>
              <a:rPr lang="en-US" sz="2000" dirty="0" err="1"/>
              <a:t>Palestinain</a:t>
            </a:r>
            <a:r>
              <a:rPr lang="en-US" sz="2000" dirty="0"/>
              <a:t> 9957 then 1109 Israeli 2 Jordanian and 1 American</a:t>
            </a:r>
          </a:p>
        </p:txBody>
      </p:sp>
      <p:sp>
        <p:nvSpPr>
          <p:cNvPr id="12" name="Slide Number Placeholder 5">
            <a:extLst>
              <a:ext uri="{FF2B5EF4-FFF2-40B4-BE49-F238E27FC236}">
                <a16:creationId xmlns:a16="http://schemas.microsoft.com/office/drawing/2014/main" id="{5ABC978F-B621-D32A-63E0-FBBE4039CD93}"/>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10</a:t>
            </a:fld>
            <a:endParaRPr lang="en-US" dirty="0"/>
          </a:p>
        </p:txBody>
      </p:sp>
      <p:graphicFrame>
        <p:nvGraphicFramePr>
          <p:cNvPr id="4" name="Chart 3">
            <a:extLst>
              <a:ext uri="{FF2B5EF4-FFF2-40B4-BE49-F238E27FC236}">
                <a16:creationId xmlns:a16="http://schemas.microsoft.com/office/drawing/2014/main" id="{4CE16534-B435-43FC-9C21-F9DFD684E13F}"/>
              </a:ext>
            </a:extLst>
          </p:cNvPr>
          <p:cNvGraphicFramePr>
            <a:graphicFrameLocks/>
          </p:cNvGraphicFramePr>
          <p:nvPr>
            <p:extLst>
              <p:ext uri="{D42A27DB-BD31-4B8C-83A1-F6EECF244321}">
                <p14:modId xmlns:p14="http://schemas.microsoft.com/office/powerpoint/2010/main" val="3013053569"/>
              </p:ext>
            </p:extLst>
          </p:nvPr>
        </p:nvGraphicFramePr>
        <p:xfrm>
          <a:off x="873252" y="1204435"/>
          <a:ext cx="7391400" cy="39004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75350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886E-C55F-3797-5FBC-F0419653A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5BDBC-4587-8970-A005-54B3FAA72CC8}"/>
              </a:ext>
            </a:extLst>
          </p:cNvPr>
          <p:cNvSpPr>
            <a:spLocks noGrp="1"/>
          </p:cNvSpPr>
          <p:nvPr>
            <p:ph type="title"/>
          </p:nvPr>
        </p:nvSpPr>
        <p:spPr>
          <a:xfrm>
            <a:off x="9372600" y="1481042"/>
            <a:ext cx="2651759" cy="4663726"/>
          </a:xfrm>
        </p:spPr>
        <p:txBody>
          <a:bodyPr>
            <a:normAutofit/>
          </a:bodyPr>
          <a:lstStyle/>
          <a:p>
            <a:r>
              <a:rPr lang="en-US" sz="2000" dirty="0"/>
              <a:t>89.96% are Killed By Israeli security forces with the help of weapons . 9.19% Palestinian civilians and 0.85% by Israeli civilians</a:t>
            </a:r>
          </a:p>
        </p:txBody>
      </p:sp>
      <p:sp>
        <p:nvSpPr>
          <p:cNvPr id="12" name="Slide Number Placeholder 5">
            <a:extLst>
              <a:ext uri="{FF2B5EF4-FFF2-40B4-BE49-F238E27FC236}">
                <a16:creationId xmlns:a16="http://schemas.microsoft.com/office/drawing/2014/main" id="{CC1512D9-50E8-68E2-C1CE-C35661098C08}"/>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11</a:t>
            </a:fld>
            <a:endParaRPr lang="en-US" dirty="0"/>
          </a:p>
        </p:txBody>
      </p:sp>
      <p:graphicFrame>
        <p:nvGraphicFramePr>
          <p:cNvPr id="3" name="Chart 2">
            <a:extLst>
              <a:ext uri="{FF2B5EF4-FFF2-40B4-BE49-F238E27FC236}">
                <a16:creationId xmlns:a16="http://schemas.microsoft.com/office/drawing/2014/main" id="{4F002B5E-410A-4945-8964-B13CB5E1DD86}"/>
              </a:ext>
            </a:extLst>
          </p:cNvPr>
          <p:cNvGraphicFramePr>
            <a:graphicFrameLocks/>
          </p:cNvGraphicFramePr>
          <p:nvPr>
            <p:extLst>
              <p:ext uri="{D42A27DB-BD31-4B8C-83A1-F6EECF244321}">
                <p14:modId xmlns:p14="http://schemas.microsoft.com/office/powerpoint/2010/main" val="965835392"/>
              </p:ext>
            </p:extLst>
          </p:nvPr>
        </p:nvGraphicFramePr>
        <p:xfrm>
          <a:off x="1566290" y="1116043"/>
          <a:ext cx="6196966" cy="43246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13877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0133" y="384048"/>
            <a:ext cx="5758807" cy="716280"/>
          </a:xfrm>
        </p:spPr>
        <p:txBody>
          <a:bodyPr>
            <a:normAutofit/>
          </a:bodyPr>
          <a:lstStyle/>
          <a:p>
            <a:r>
              <a:rPr lang="en-US" dirty="0"/>
              <a:t>Conclusion</a:t>
            </a:r>
          </a:p>
        </p:txBody>
      </p:sp>
      <p:sp>
        <p:nvSpPr>
          <p:cNvPr id="3" name="Subtitle 2" descr="Tag=AccentColor&#10;Flavor=Light&#10;Target=Text"/>
          <p:cNvSpPr>
            <a:spLocks noGrp="1"/>
          </p:cNvSpPr>
          <p:nvPr>
            <p:ph type="subTitle" idx="13"/>
          </p:nvPr>
        </p:nvSpPr>
        <p:spPr>
          <a:xfrm>
            <a:off x="5369440" y="2895601"/>
            <a:ext cx="5898115" cy="2378074"/>
          </a:xfrm>
        </p:spPr>
        <p:txBody>
          <a:bodyPr>
            <a:normAutofit/>
          </a:bodyPr>
          <a:lstStyle/>
          <a:p>
            <a:r>
              <a:rPr lang="en-US" dirty="0"/>
              <a:t>This is a critical Matter that is even happening in 2025 . World has to wake up to resolve this matter . Analysis shows that most of the Killing is done to Innocent </a:t>
            </a:r>
            <a:r>
              <a:rPr lang="en-US" dirty="0" err="1"/>
              <a:t>Palestanians</a:t>
            </a:r>
            <a:r>
              <a:rPr lang="en-US" dirty="0"/>
              <a:t> those who have no weapons by the Brutal Armed Forces of Israel . It’s not a matter of race or one religion it’s the matter of lives .That Needs to be Stopped Wake Up World !</a:t>
            </a:r>
          </a:p>
        </p:txBody>
      </p:sp>
      <p:sp>
        <p:nvSpPr>
          <p:cNvPr id="4" name="Footer Placeholder 3">
            <a:extLst>
              <a:ext uri="{FF2B5EF4-FFF2-40B4-BE49-F238E27FC236}">
                <a16:creationId xmlns:a16="http://schemas.microsoft.com/office/drawing/2014/main" id="{10C49536-DF0B-454A-9018-D4982C1EB884}"/>
              </a:ext>
            </a:extLst>
          </p:cNvPr>
          <p:cNvSpPr>
            <a:spLocks noGrp="1"/>
          </p:cNvSpPr>
          <p:nvPr>
            <p:ph type="ftr" sz="quarter" idx="11"/>
          </p:nvPr>
        </p:nvSpPr>
        <p:spPr/>
        <p:txBody>
          <a:bodyPr/>
          <a:lstStyle/>
          <a:p>
            <a:r>
              <a:rPr lang="en-US" dirty="0"/>
              <a:t>Sample footer text</a:t>
            </a:r>
          </a:p>
        </p:txBody>
      </p:sp>
      <p:sp>
        <p:nvSpPr>
          <p:cNvPr id="19" name="Slide Number Placeholder 5">
            <a:extLst>
              <a:ext uri="{FF2B5EF4-FFF2-40B4-BE49-F238E27FC236}">
                <a16:creationId xmlns:a16="http://schemas.microsoft.com/office/drawing/2014/main" id="{0F1BC668-CEDC-414E-9BE5-D2234A944056}"/>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12</a:t>
            </a:fld>
            <a:endParaRPr lang="en-US" dirty="0"/>
          </a:p>
        </p:txBody>
      </p:sp>
      <p:pic>
        <p:nvPicPr>
          <p:cNvPr id="8" name="Picture Placeholder 7">
            <a:extLst>
              <a:ext uri="{FF2B5EF4-FFF2-40B4-BE49-F238E27FC236}">
                <a16:creationId xmlns:a16="http://schemas.microsoft.com/office/drawing/2014/main" id="{C9573FBB-FB80-134F-43BA-28F0F0228FF1}"/>
              </a:ext>
            </a:extLst>
          </p:cNvPr>
          <p:cNvPicPr>
            <a:picLocks noGrp="1" noChangeAspect="1"/>
          </p:cNvPicPr>
          <p:nvPr>
            <p:ph type="pic" sz="quarter" idx="14"/>
          </p:nvPr>
        </p:nvPicPr>
        <p:blipFill>
          <a:blip r:embed="rId3"/>
          <a:srcRect l="31204" r="31204"/>
          <a:stretch>
            <a:fillRect/>
          </a:stretch>
        </p:blipFill>
        <p:spPr/>
      </p:pic>
    </p:spTree>
    <p:extLst>
      <p:ext uri="{BB962C8B-B14F-4D97-AF65-F5344CB8AC3E}">
        <p14:creationId xmlns:p14="http://schemas.microsoft.com/office/powerpoint/2010/main" val="3831612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0453AAD4-5F78-966C-FD41-CD52F8271141}"/>
              </a:ext>
            </a:extLst>
          </p:cNvPr>
          <p:cNvPicPr>
            <a:picLocks noGrp="1" noChangeAspect="1"/>
          </p:cNvPicPr>
          <p:nvPr>
            <p:ph type="pic" sz="quarter" idx="13"/>
          </p:nvPr>
        </p:nvPicPr>
        <p:blipFill>
          <a:blip r:embed="rId3"/>
          <a:srcRect l="44" r="44"/>
          <a:stretch>
            <a:fillRect/>
          </a:stretch>
        </p:blipFill>
        <p:spPr/>
      </p:pic>
      <p:sp useBgFill="1">
        <p:nvSpPr>
          <p:cNvPr id="2" name="Title 1"/>
          <p:cNvSpPr>
            <a:spLocks noGrp="1"/>
          </p:cNvSpPr>
          <p:nvPr>
            <p:ph type="ctrTitle"/>
          </p:nvPr>
        </p:nvSpPr>
        <p:spPr>
          <a:xfrm>
            <a:off x="451732" y="1554596"/>
            <a:ext cx="4100417" cy="2585050"/>
          </a:xfrm>
        </p:spPr>
        <p:txBody>
          <a:bodyPr>
            <a:normAutofit/>
          </a:bodyPr>
          <a:lstStyle/>
          <a:p>
            <a:r>
              <a:rPr lang="en-US" dirty="0"/>
              <a:t>Thank you</a:t>
            </a:r>
          </a:p>
        </p:txBody>
      </p:sp>
      <p:sp useBgFill="1">
        <p:nvSpPr>
          <p:cNvPr id="3" name="Subtitle 2" descr="Tag=AccentColor&#10;Flavor=Light&#10;Target=Text"/>
          <p:cNvSpPr>
            <a:spLocks noGrp="1"/>
          </p:cNvSpPr>
          <p:nvPr>
            <p:ph type="subTitle" idx="1"/>
          </p:nvPr>
        </p:nvSpPr>
        <p:spPr>
          <a:xfrm>
            <a:off x="451732" y="4247878"/>
            <a:ext cx="4100417" cy="1055526"/>
          </a:xfrm>
        </p:spPr>
        <p:txBody>
          <a:bodyPr>
            <a:normAutofit/>
          </a:bodyPr>
          <a:lstStyle/>
          <a:p>
            <a:r>
              <a:rPr lang="en-US" dirty="0"/>
              <a:t>Amish Ilyas</a:t>
            </a:r>
          </a:p>
          <a:p>
            <a:r>
              <a:rPr lang="en-US" dirty="0"/>
              <a:t>ilyasamish@gmail.com</a:t>
            </a:r>
          </a:p>
        </p:txBody>
      </p:sp>
      <p:sp>
        <p:nvSpPr>
          <p:cNvPr id="6" name="Date Placeholder 3">
            <a:extLst>
              <a:ext uri="{FF2B5EF4-FFF2-40B4-BE49-F238E27FC236}">
                <a16:creationId xmlns:a16="http://schemas.microsoft.com/office/drawing/2014/main" id="{050EEE3A-3F43-4692-B3E5-6CC126CAE1D4}"/>
              </a:ext>
            </a:extLst>
          </p:cNvPr>
          <p:cNvSpPr>
            <a:spLocks noGrp="1"/>
          </p:cNvSpPr>
          <p:nvPr>
            <p:ph type="dt" sz="half" idx="10"/>
          </p:nvPr>
        </p:nvSpPr>
        <p:spPr>
          <a:xfrm>
            <a:off x="7678736" y="6000749"/>
            <a:ext cx="2743200" cy="365125"/>
          </a:xfrm>
        </p:spPr>
        <p:txBody>
          <a:bodyPr/>
          <a:lstStyle/>
          <a:p>
            <a:r>
              <a:rPr lang="en-US" dirty="0"/>
              <a:t>20XX</a:t>
            </a:r>
          </a:p>
        </p:txBody>
      </p:sp>
      <p:sp>
        <p:nvSpPr>
          <p:cNvPr id="8" name="Slide Number Placeholder 5">
            <a:extLst>
              <a:ext uri="{FF2B5EF4-FFF2-40B4-BE49-F238E27FC236}">
                <a16:creationId xmlns:a16="http://schemas.microsoft.com/office/drawing/2014/main" id="{A3976785-1E20-4209-911D-22069764DCD4}"/>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13</a:t>
            </a:fld>
            <a:endParaRPr lang="en-US" dirty="0"/>
          </a:p>
        </p:txBody>
      </p:sp>
    </p:spTree>
    <p:extLst>
      <p:ext uri="{BB962C8B-B14F-4D97-AF65-F5344CB8AC3E}">
        <p14:creationId xmlns:p14="http://schemas.microsoft.com/office/powerpoint/2010/main" val="4268509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1D2C913-C7E9-427D-8C7B-4D2DB36F60BD}">
  <ds:schemaRefs>
    <ds:schemaRef ds:uri="http://schemas.microsoft.com/sharepoint/v3/contenttype/forms"/>
  </ds:schemaRefs>
</ds:datastoreItem>
</file>

<file path=customXml/itemProps3.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Coffee corner design</Template>
  <TotalTime>100</TotalTime>
  <Words>502</Words>
  <Application>Microsoft Office PowerPoint</Application>
  <PresentationFormat>Widescreen</PresentationFormat>
  <Paragraphs>65</Paragraphs>
  <Slides>13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Calisto MT</vt:lpstr>
      <vt:lpstr>Wingdings 2</vt:lpstr>
      <vt:lpstr>SlateVTI</vt:lpstr>
      <vt:lpstr>Palestinian – Israel Conflict 2000 – 2023</vt:lpstr>
      <vt:lpstr>Agenda</vt:lpstr>
      <vt:lpstr>Introduction</vt:lpstr>
      <vt:lpstr>Problem Statement </vt:lpstr>
      <vt:lpstr>As the Conflict Begin in 2000 35 People Died. Fatalities peaked in 2014 with 2299 deaths, followed by a significant drop in 2015. Till Now  While September has least Deaths 436 and July has Most No of Deaths 2149   </vt:lpstr>
      <vt:lpstr>87.40 Percent were Male Target and 12.60% were Female Targets That Were Killed In Conflict .Male are more Prone to Killing Because of The conflict participation.</vt:lpstr>
      <vt:lpstr>Death Is Mostly in Range of 21-30 Age . 4079 Males and 257 Females. Because Maybe They Participate in Conflicts more . Female have Died Mostly in age Range 11-20Age  297 Died. 60+ People have died least </vt:lpstr>
      <vt:lpstr>Most of The Deaths Causes are Unknown but Missile is The Most used Weapon or Technique in Killing during conflicts with 2859 Deaths</vt:lpstr>
      <vt:lpstr>Deaths By Location Region Clearly Shows that Most of The Killing has done in Gaza 7651 Killed West Bank 2654 and Israel 664</vt:lpstr>
      <vt:lpstr>Most of The People that were Killed in the Conflict are Poor Palestinain 9957 then 1109 Israeli 2 Jordanian and 1 American</vt:lpstr>
      <vt:lpstr>89.96% are Killed By Israeli security forces with the help of weapons . 9.19% Palestinian civilians and 0.85% by Israeli civilians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Amish ilyas</dc:creator>
  <cp:lastModifiedBy>Amish ilyas</cp:lastModifiedBy>
  <cp:revision>1</cp:revision>
  <dcterms:created xsi:type="dcterms:W3CDTF">2025-04-10T15:43:24Z</dcterms:created>
  <dcterms:modified xsi:type="dcterms:W3CDTF">2025-04-10T17:24:17Z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