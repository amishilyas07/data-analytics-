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46304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B04"/>
    <a:srgbClr val="34A855"/>
    <a:srgbClr val="EA4235"/>
    <a:srgbClr val="058C42"/>
    <a:srgbClr val="248277"/>
    <a:srgbClr val="D8F3DC"/>
    <a:srgbClr val="403D39"/>
    <a:srgbClr val="044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095078"/>
            <a:ext cx="12435840" cy="4456853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6723804"/>
            <a:ext cx="10972800" cy="3090756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3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3191514"/>
            <a:ext cx="12618720" cy="532510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8567000"/>
            <a:ext cx="12618720" cy="280034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3407833"/>
            <a:ext cx="621792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3407833"/>
            <a:ext cx="621792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1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81570"/>
            <a:ext cx="1261872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3138171"/>
            <a:ext cx="6189344" cy="153796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676140"/>
            <a:ext cx="6189344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3138171"/>
            <a:ext cx="6219826" cy="153796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676140"/>
            <a:ext cx="6219826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6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6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53440"/>
            <a:ext cx="4718685" cy="298704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843196"/>
            <a:ext cx="7406640" cy="9097433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840480"/>
            <a:ext cx="4718685" cy="7114964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4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53440"/>
            <a:ext cx="4718685" cy="298704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843196"/>
            <a:ext cx="7406640" cy="9097433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840480"/>
            <a:ext cx="4718685" cy="7114964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6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681567"/>
            <a:ext cx="3154680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681567"/>
            <a:ext cx="9281160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6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681570"/>
            <a:ext cx="1261872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407833"/>
            <a:ext cx="1261872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1865189"/>
            <a:ext cx="32918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03CAA-FC72-4E5E-A46A-03D1EB64A9EA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1865189"/>
            <a:ext cx="49377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1865189"/>
            <a:ext cx="32918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EB2DB-7360-4746-A9C6-C34CEEB2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0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A36ED6-8FB4-49DF-971E-C5FCBEF6E4C6}"/>
              </a:ext>
            </a:extLst>
          </p:cNvPr>
          <p:cNvSpPr/>
          <p:nvPr/>
        </p:nvSpPr>
        <p:spPr>
          <a:xfrm>
            <a:off x="312821" y="139567"/>
            <a:ext cx="13872411" cy="16651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50800" dir="54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69BAAE-29E6-4E12-8734-3481EDD11F03}"/>
              </a:ext>
            </a:extLst>
          </p:cNvPr>
          <p:cNvSpPr/>
          <p:nvPr/>
        </p:nvSpPr>
        <p:spPr>
          <a:xfrm>
            <a:off x="11700491" y="2125580"/>
            <a:ext cx="2484741" cy="103271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63500" dir="1080000" algn="ctr" rotWithShape="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7EE257-418E-41B2-BB9E-2EE820F7C44A}"/>
              </a:ext>
            </a:extLst>
          </p:cNvPr>
          <p:cNvSpPr/>
          <p:nvPr/>
        </p:nvSpPr>
        <p:spPr>
          <a:xfrm>
            <a:off x="312821" y="2161674"/>
            <a:ext cx="2142512" cy="1501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90B8EA-1FB3-43D7-AFB5-C1906FD4F6E4}"/>
              </a:ext>
            </a:extLst>
          </p:cNvPr>
          <p:cNvSpPr/>
          <p:nvPr/>
        </p:nvSpPr>
        <p:spPr>
          <a:xfrm>
            <a:off x="2545949" y="2161674"/>
            <a:ext cx="2142512" cy="1501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60605-185D-4E3A-8626-B0E908605409}"/>
              </a:ext>
            </a:extLst>
          </p:cNvPr>
          <p:cNvSpPr/>
          <p:nvPr/>
        </p:nvSpPr>
        <p:spPr>
          <a:xfrm>
            <a:off x="4770031" y="2161674"/>
            <a:ext cx="2142512" cy="1501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51575C-0DFC-4DED-91A0-871843A0BEB0}"/>
              </a:ext>
            </a:extLst>
          </p:cNvPr>
          <p:cNvSpPr/>
          <p:nvPr/>
        </p:nvSpPr>
        <p:spPr>
          <a:xfrm>
            <a:off x="7007682" y="2161674"/>
            <a:ext cx="2142512" cy="1501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7AF189-A6DB-4716-8FE9-9447B84DF7B1}"/>
              </a:ext>
            </a:extLst>
          </p:cNvPr>
          <p:cNvSpPr/>
          <p:nvPr/>
        </p:nvSpPr>
        <p:spPr>
          <a:xfrm>
            <a:off x="9245333" y="2161674"/>
            <a:ext cx="2142512" cy="1501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6D467-5640-4A50-9276-C474B2D03D16}"/>
              </a:ext>
            </a:extLst>
          </p:cNvPr>
          <p:cNvSpPr/>
          <p:nvPr/>
        </p:nvSpPr>
        <p:spPr>
          <a:xfrm>
            <a:off x="312822" y="4383102"/>
            <a:ext cx="5486400" cy="37502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0B5D4D-8B15-4F13-9E2A-97B330F76B31}"/>
              </a:ext>
            </a:extLst>
          </p:cNvPr>
          <p:cNvSpPr/>
          <p:nvPr/>
        </p:nvSpPr>
        <p:spPr>
          <a:xfrm>
            <a:off x="6003758" y="4383102"/>
            <a:ext cx="5384087" cy="37502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5E241-030C-4E48-AB58-661625ABCE73}"/>
              </a:ext>
            </a:extLst>
          </p:cNvPr>
          <p:cNvSpPr/>
          <p:nvPr/>
        </p:nvSpPr>
        <p:spPr>
          <a:xfrm>
            <a:off x="312821" y="8530389"/>
            <a:ext cx="11075024" cy="39846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50800" dir="5400000" algn="ctr" rotWithShape="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Amish Ilyas</dc:creator>
  <cp:lastModifiedBy>Amish Ilyas</cp:lastModifiedBy>
  <cp:revision>7</cp:revision>
  <dcterms:created xsi:type="dcterms:W3CDTF">2024-07-11T17:15:03Z</dcterms:created>
  <dcterms:modified xsi:type="dcterms:W3CDTF">2024-07-11T18:18:21Z</dcterms:modified>
</cp:coreProperties>
</file>